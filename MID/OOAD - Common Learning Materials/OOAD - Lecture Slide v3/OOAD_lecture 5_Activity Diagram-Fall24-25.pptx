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16"/>
  </p:handoutMasterIdLst>
  <p:sldIdLst>
    <p:sldId id="256" r:id="rId2"/>
    <p:sldId id="257" r:id="rId3"/>
    <p:sldId id="259" r:id="rId4"/>
    <p:sldId id="277" r:id="rId5"/>
    <p:sldId id="258" r:id="rId6"/>
    <p:sldId id="260" r:id="rId7"/>
    <p:sldId id="261" r:id="rId8"/>
    <p:sldId id="262" r:id="rId9"/>
    <p:sldId id="263" r:id="rId10"/>
    <p:sldId id="264" r:id="rId11"/>
    <p:sldId id="265" r:id="rId12"/>
    <p:sldId id="266" r:id="rId13"/>
    <p:sldId id="267" r:id="rId14"/>
    <p:sldId id="268" r:id="rId15"/>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D72FC9-617A-E749-EB50-7110EF3EA1A7}" v="117" dt="2024-12-22T06:51:34.7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6" d="100"/>
          <a:sy n="56" d="100"/>
        </p:scale>
        <p:origin x="976" y="44"/>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ZIA SHARMIN" userId="S::sazia.sharmin@aiub.edu::e76e1817-908f-4d6e-a7ec-37593777c360" providerId="AD" clId="Web-{F9FD0C41-34EB-4EA8-DF29-4E4BE7724478}"/>
    <pc:docChg chg="modSld">
      <pc:chgData name="SAZIA SHARMIN" userId="S::sazia.sharmin@aiub.edu::e76e1817-908f-4d6e-a7ec-37593777c360" providerId="AD" clId="Web-{F9FD0C41-34EB-4EA8-DF29-4E4BE7724478}" dt="2024-12-15T06:30:16.025" v="2" actId="20577"/>
      <pc:docMkLst>
        <pc:docMk/>
      </pc:docMkLst>
      <pc:sldChg chg="modSp">
        <pc:chgData name="SAZIA SHARMIN" userId="S::sazia.sharmin@aiub.edu::e76e1817-908f-4d6e-a7ec-37593777c360" providerId="AD" clId="Web-{F9FD0C41-34EB-4EA8-DF29-4E4BE7724478}" dt="2024-12-15T06:30:16.025" v="2" actId="20577"/>
        <pc:sldMkLst>
          <pc:docMk/>
          <pc:sldMk cId="0" sldId="256"/>
        </pc:sldMkLst>
        <pc:spChg chg="mod">
          <ac:chgData name="SAZIA SHARMIN" userId="S::sazia.sharmin@aiub.edu::e76e1817-908f-4d6e-a7ec-37593777c360" providerId="AD" clId="Web-{F9FD0C41-34EB-4EA8-DF29-4E4BE7724478}" dt="2024-12-15T06:30:16.025" v="2" actId="20577"/>
          <ac:spMkLst>
            <pc:docMk/>
            <pc:sldMk cId="0" sldId="256"/>
            <ac:spMk id="3" creationId="{C7E764F0-7CF2-4082-860C-33E9D9FA68A1}"/>
          </ac:spMkLst>
        </pc:spChg>
      </pc:sldChg>
    </pc:docChg>
  </pc:docChgLst>
  <pc:docChgLst>
    <pc:chgData name="SAZIA SHARMIN" userId="S::sazia.sharmin@aiub.edu::e76e1817-908f-4d6e-a7ec-37593777c360" providerId="AD" clId="Web-{50D72FC9-617A-E749-EB50-7110EF3EA1A7}"/>
    <pc:docChg chg="modSld">
      <pc:chgData name="SAZIA SHARMIN" userId="S::sazia.sharmin@aiub.edu::e76e1817-908f-4d6e-a7ec-37593777c360" providerId="AD" clId="Web-{50D72FC9-617A-E749-EB50-7110EF3EA1A7}" dt="2024-12-22T06:51:34.716" v="65" actId="14100"/>
      <pc:docMkLst>
        <pc:docMk/>
      </pc:docMkLst>
      <pc:sldChg chg="modSp">
        <pc:chgData name="SAZIA SHARMIN" userId="S::sazia.sharmin@aiub.edu::e76e1817-908f-4d6e-a7ec-37593777c360" providerId="AD" clId="Web-{50D72FC9-617A-E749-EB50-7110EF3EA1A7}" dt="2024-12-22T06:50:45.306" v="60" actId="20577"/>
        <pc:sldMkLst>
          <pc:docMk/>
          <pc:sldMk cId="2150611571" sldId="273"/>
        </pc:sldMkLst>
        <pc:spChg chg="mod">
          <ac:chgData name="SAZIA SHARMIN" userId="S::sazia.sharmin@aiub.edu::e76e1817-908f-4d6e-a7ec-37593777c360" providerId="AD" clId="Web-{50D72FC9-617A-E749-EB50-7110EF3EA1A7}" dt="2024-12-22T06:50:45.306" v="60" actId="20577"/>
          <ac:spMkLst>
            <pc:docMk/>
            <pc:sldMk cId="2150611571" sldId="273"/>
            <ac:spMk id="5" creationId="{E8812E34-1097-40A4-B2A6-7B0CDB5C380B}"/>
          </ac:spMkLst>
        </pc:spChg>
        <pc:grpChg chg="mod">
          <ac:chgData name="SAZIA SHARMIN" userId="S::sazia.sharmin@aiub.edu::e76e1817-908f-4d6e-a7ec-37593777c360" providerId="AD" clId="Web-{50D72FC9-617A-E749-EB50-7110EF3EA1A7}" dt="2024-12-22T06:48:23.016" v="45" actId="1076"/>
          <ac:grpSpMkLst>
            <pc:docMk/>
            <pc:sldMk cId="2150611571" sldId="273"/>
            <ac:grpSpMk id="147" creationId="{422E09C4-7CC6-476A-BCC4-7571449E3F2C}"/>
          </ac:grpSpMkLst>
        </pc:grpChg>
      </pc:sldChg>
      <pc:sldChg chg="modSp">
        <pc:chgData name="SAZIA SHARMIN" userId="S::sazia.sharmin@aiub.edu::e76e1817-908f-4d6e-a7ec-37593777c360" providerId="AD" clId="Web-{50D72FC9-617A-E749-EB50-7110EF3EA1A7}" dt="2024-12-22T06:51:34.716" v="65" actId="14100"/>
        <pc:sldMkLst>
          <pc:docMk/>
          <pc:sldMk cId="3559111765" sldId="275"/>
        </pc:sldMkLst>
        <pc:spChg chg="mod">
          <ac:chgData name="SAZIA SHARMIN" userId="S::sazia.sharmin@aiub.edu::e76e1817-908f-4d6e-a7ec-37593777c360" providerId="AD" clId="Web-{50D72FC9-617A-E749-EB50-7110EF3EA1A7}" dt="2024-12-22T06:51:14.183" v="62" actId="14100"/>
          <ac:spMkLst>
            <pc:docMk/>
            <pc:sldMk cId="3559111765" sldId="275"/>
            <ac:spMk id="5" creationId="{E8812E34-1097-40A4-B2A6-7B0CDB5C380B}"/>
          </ac:spMkLst>
        </pc:spChg>
        <pc:grpChg chg="mod">
          <ac:chgData name="SAZIA SHARMIN" userId="S::sazia.sharmin@aiub.edu::e76e1817-908f-4d6e-a7ec-37593777c360" providerId="AD" clId="Web-{50D72FC9-617A-E749-EB50-7110EF3EA1A7}" dt="2024-12-22T06:51:34.716" v="65" actId="14100"/>
          <ac:grpSpMkLst>
            <pc:docMk/>
            <pc:sldMk cId="3559111765" sldId="275"/>
            <ac:grpSpMk id="17" creationId="{A3B184E8-7EBF-9052-073C-4FAAABF646A7}"/>
          </ac:grpSpMkLst>
        </pc:grpChg>
      </pc:sldChg>
      <pc:sldChg chg="modSp">
        <pc:chgData name="SAZIA SHARMIN" userId="S::sazia.sharmin@aiub.edu::e76e1817-908f-4d6e-a7ec-37593777c360" providerId="AD" clId="Web-{50D72FC9-617A-E749-EB50-7110EF3EA1A7}" dt="2024-12-22T06:42:25.010" v="31" actId="20577"/>
        <pc:sldMkLst>
          <pc:docMk/>
          <pc:sldMk cId="1912174589" sldId="276"/>
        </pc:sldMkLst>
        <pc:spChg chg="mod">
          <ac:chgData name="SAZIA SHARMIN" userId="S::sazia.sharmin@aiub.edu::e76e1817-908f-4d6e-a7ec-37593777c360" providerId="AD" clId="Web-{50D72FC9-617A-E749-EB50-7110EF3EA1A7}" dt="2024-12-22T06:42:25.010" v="31" actId="20577"/>
          <ac:spMkLst>
            <pc:docMk/>
            <pc:sldMk cId="1912174589" sldId="276"/>
            <ac:spMk id="5" creationId="{E8812E34-1097-40A4-B2A6-7B0CDB5C380B}"/>
          </ac:spMkLst>
        </pc:spChg>
        <pc:grpChg chg="mod">
          <ac:chgData name="SAZIA SHARMIN" userId="S::sazia.sharmin@aiub.edu::e76e1817-908f-4d6e-a7ec-37593777c360" providerId="AD" clId="Web-{50D72FC9-617A-E749-EB50-7110EF3EA1A7}" dt="2024-12-22T06:41:45.695" v="28" actId="1076"/>
          <ac:grpSpMkLst>
            <pc:docMk/>
            <pc:sldMk cId="1912174589" sldId="276"/>
            <ac:grpSpMk id="2" creationId="{13CCC427-6618-3C02-CDC3-6673E789CD29}"/>
          </ac:grpSpMkLst>
        </pc:grpChg>
      </pc:sldChg>
    </pc:docChg>
  </pc:docChgLst>
  <pc:docChgLst>
    <pc:chgData name="SAZIA SHARMIN" userId="S::sazia.sharmin@aiub.edu::e76e1817-908f-4d6e-a7ec-37593777c360" providerId="AD" clId="Web-{1C6A12E9-A1F2-011E-FBAA-5852D5C7D19E}"/>
    <pc:docChg chg="addSld modSld">
      <pc:chgData name="SAZIA SHARMIN" userId="S::sazia.sharmin@aiub.edu::e76e1817-908f-4d6e-a7ec-37593777c360" providerId="AD" clId="Web-{1C6A12E9-A1F2-011E-FBAA-5852D5C7D19E}" dt="2024-12-15T07:27:38.115" v="45" actId="14100"/>
      <pc:docMkLst>
        <pc:docMk/>
      </pc:docMkLst>
      <pc:sldChg chg="modSp">
        <pc:chgData name="SAZIA SHARMIN" userId="S::sazia.sharmin@aiub.edu::e76e1817-908f-4d6e-a7ec-37593777c360" providerId="AD" clId="Web-{1C6A12E9-A1F2-011E-FBAA-5852D5C7D19E}" dt="2024-12-15T07:11:01.500" v="9" actId="20577"/>
        <pc:sldMkLst>
          <pc:docMk/>
          <pc:sldMk cId="0" sldId="257"/>
        </pc:sldMkLst>
        <pc:spChg chg="mod">
          <ac:chgData name="SAZIA SHARMIN" userId="S::sazia.sharmin@aiub.edu::e76e1817-908f-4d6e-a7ec-37593777c360" providerId="AD" clId="Web-{1C6A12E9-A1F2-011E-FBAA-5852D5C7D19E}" dt="2024-12-15T07:11:01.500" v="9" actId="20577"/>
          <ac:spMkLst>
            <pc:docMk/>
            <pc:sldMk cId="0" sldId="257"/>
            <ac:spMk id="4099" creationId="{64F5B2BF-63EE-4BA1-A39F-026BB542D677}"/>
          </ac:spMkLst>
        </pc:spChg>
      </pc:sldChg>
      <pc:sldChg chg="modSp">
        <pc:chgData name="SAZIA SHARMIN" userId="S::sazia.sharmin@aiub.edu::e76e1817-908f-4d6e-a7ec-37593777c360" providerId="AD" clId="Web-{1C6A12E9-A1F2-011E-FBAA-5852D5C7D19E}" dt="2024-12-15T07:19:43.878" v="19" actId="1076"/>
        <pc:sldMkLst>
          <pc:docMk/>
          <pc:sldMk cId="0" sldId="258"/>
        </pc:sldMkLst>
        <pc:picChg chg="mod">
          <ac:chgData name="SAZIA SHARMIN" userId="S::sazia.sharmin@aiub.edu::e76e1817-908f-4d6e-a7ec-37593777c360" providerId="AD" clId="Web-{1C6A12E9-A1F2-011E-FBAA-5852D5C7D19E}" dt="2024-12-15T07:19:43.878" v="19" actId="1076"/>
          <ac:picMkLst>
            <pc:docMk/>
            <pc:sldMk cId="0" sldId="258"/>
            <ac:picMk id="6148" creationId="{58910623-AB02-45AF-AD65-0481FD7AB67D}"/>
          </ac:picMkLst>
        </pc:picChg>
      </pc:sldChg>
      <pc:sldChg chg="modSp">
        <pc:chgData name="SAZIA SHARMIN" userId="S::sazia.sharmin@aiub.edu::e76e1817-908f-4d6e-a7ec-37593777c360" providerId="AD" clId="Web-{1C6A12E9-A1F2-011E-FBAA-5852D5C7D19E}" dt="2024-12-15T07:24:07.145" v="25" actId="14100"/>
        <pc:sldMkLst>
          <pc:docMk/>
          <pc:sldMk cId="0" sldId="260"/>
        </pc:sldMkLst>
        <pc:spChg chg="mod">
          <ac:chgData name="SAZIA SHARMIN" userId="S::sazia.sharmin@aiub.edu::e76e1817-908f-4d6e-a7ec-37593777c360" providerId="AD" clId="Web-{1C6A12E9-A1F2-011E-FBAA-5852D5C7D19E}" dt="2024-12-15T07:24:07.145" v="25" actId="14100"/>
          <ac:spMkLst>
            <pc:docMk/>
            <pc:sldMk cId="0" sldId="260"/>
            <ac:spMk id="7171" creationId="{341B6DA7-3B54-44FD-81D0-032BB04F9D48}"/>
          </ac:spMkLst>
        </pc:spChg>
        <pc:picChg chg="mod">
          <ac:chgData name="SAZIA SHARMIN" userId="S::sazia.sharmin@aiub.edu::e76e1817-908f-4d6e-a7ec-37593777c360" providerId="AD" clId="Web-{1C6A12E9-A1F2-011E-FBAA-5852D5C7D19E}" dt="2024-12-15T07:23:37.754" v="21" actId="1076"/>
          <ac:picMkLst>
            <pc:docMk/>
            <pc:sldMk cId="0" sldId="260"/>
            <ac:picMk id="7172" creationId="{58F872A6-3F19-4B95-9E8D-D32EC31E0DB9}"/>
          </ac:picMkLst>
        </pc:picChg>
      </pc:sldChg>
      <pc:sldChg chg="modSp">
        <pc:chgData name="SAZIA SHARMIN" userId="S::sazia.sharmin@aiub.edu::e76e1817-908f-4d6e-a7ec-37593777c360" providerId="AD" clId="Web-{1C6A12E9-A1F2-011E-FBAA-5852D5C7D19E}" dt="2024-12-15T07:24:29.848" v="29" actId="1076"/>
        <pc:sldMkLst>
          <pc:docMk/>
          <pc:sldMk cId="0" sldId="261"/>
        </pc:sldMkLst>
        <pc:picChg chg="mod">
          <ac:chgData name="SAZIA SHARMIN" userId="S::sazia.sharmin@aiub.edu::e76e1817-908f-4d6e-a7ec-37593777c360" providerId="AD" clId="Web-{1C6A12E9-A1F2-011E-FBAA-5852D5C7D19E}" dt="2024-12-15T07:24:29.848" v="29" actId="1076"/>
          <ac:picMkLst>
            <pc:docMk/>
            <pc:sldMk cId="0" sldId="261"/>
            <ac:picMk id="8196" creationId="{77A1F318-0D5F-4B07-BCE2-B0A2459BE2B7}"/>
          </ac:picMkLst>
        </pc:picChg>
      </pc:sldChg>
      <pc:sldChg chg="modSp">
        <pc:chgData name="SAZIA SHARMIN" userId="S::sazia.sharmin@aiub.edu::e76e1817-908f-4d6e-a7ec-37593777c360" providerId="AD" clId="Web-{1C6A12E9-A1F2-011E-FBAA-5852D5C7D19E}" dt="2024-12-15T07:24:54.786" v="31" actId="14100"/>
        <pc:sldMkLst>
          <pc:docMk/>
          <pc:sldMk cId="0" sldId="262"/>
        </pc:sldMkLst>
        <pc:picChg chg="mod">
          <ac:chgData name="SAZIA SHARMIN" userId="S::sazia.sharmin@aiub.edu::e76e1817-908f-4d6e-a7ec-37593777c360" providerId="AD" clId="Web-{1C6A12E9-A1F2-011E-FBAA-5852D5C7D19E}" dt="2024-12-15T07:24:54.786" v="31" actId="14100"/>
          <ac:picMkLst>
            <pc:docMk/>
            <pc:sldMk cId="0" sldId="262"/>
            <ac:picMk id="9220" creationId="{FE6EDEBF-8481-40CB-B1E4-B725BFFD74DB}"/>
          </ac:picMkLst>
        </pc:picChg>
      </pc:sldChg>
      <pc:sldChg chg="modSp">
        <pc:chgData name="SAZIA SHARMIN" userId="S::sazia.sharmin@aiub.edu::e76e1817-908f-4d6e-a7ec-37593777c360" providerId="AD" clId="Web-{1C6A12E9-A1F2-011E-FBAA-5852D5C7D19E}" dt="2024-12-15T07:27:15.787" v="38" actId="20577"/>
        <pc:sldMkLst>
          <pc:docMk/>
          <pc:sldMk cId="0" sldId="266"/>
        </pc:sldMkLst>
        <pc:spChg chg="mod">
          <ac:chgData name="SAZIA SHARMIN" userId="S::sazia.sharmin@aiub.edu::e76e1817-908f-4d6e-a7ec-37593777c360" providerId="AD" clId="Web-{1C6A12E9-A1F2-011E-FBAA-5852D5C7D19E}" dt="2024-12-15T07:27:15.787" v="38" actId="20577"/>
          <ac:spMkLst>
            <pc:docMk/>
            <pc:sldMk cId="0" sldId="266"/>
            <ac:spMk id="13315" creationId="{E960C322-0652-4DFD-BA1C-742D7625057E}"/>
          </ac:spMkLst>
        </pc:spChg>
      </pc:sldChg>
      <pc:sldChg chg="modSp">
        <pc:chgData name="SAZIA SHARMIN" userId="S::sazia.sharmin@aiub.edu::e76e1817-908f-4d6e-a7ec-37593777c360" providerId="AD" clId="Web-{1C6A12E9-A1F2-011E-FBAA-5852D5C7D19E}" dt="2024-12-15T07:27:38.115" v="45" actId="14100"/>
        <pc:sldMkLst>
          <pc:docMk/>
          <pc:sldMk cId="0" sldId="267"/>
        </pc:sldMkLst>
        <pc:spChg chg="mod">
          <ac:chgData name="SAZIA SHARMIN" userId="S::sazia.sharmin@aiub.edu::e76e1817-908f-4d6e-a7ec-37593777c360" providerId="AD" clId="Web-{1C6A12E9-A1F2-011E-FBAA-5852D5C7D19E}" dt="2024-12-15T07:27:29.959" v="39" actId="14100"/>
          <ac:spMkLst>
            <pc:docMk/>
            <pc:sldMk cId="0" sldId="267"/>
            <ac:spMk id="14338" creationId="{61C1541C-C803-4494-B503-73C9044298FE}"/>
          </ac:spMkLst>
        </pc:spChg>
        <pc:picChg chg="mod">
          <ac:chgData name="SAZIA SHARMIN" userId="S::sazia.sharmin@aiub.edu::e76e1817-908f-4d6e-a7ec-37593777c360" providerId="AD" clId="Web-{1C6A12E9-A1F2-011E-FBAA-5852D5C7D19E}" dt="2024-12-15T07:27:38.115" v="45" actId="14100"/>
          <ac:picMkLst>
            <pc:docMk/>
            <pc:sldMk cId="0" sldId="267"/>
            <ac:picMk id="14339" creationId="{80893414-EFA6-48DE-A55E-FC407F25E37F}"/>
          </ac:picMkLst>
        </pc:picChg>
      </pc:sldChg>
      <pc:sldChg chg="addSp delSp modSp new">
        <pc:chgData name="SAZIA SHARMIN" userId="S::sazia.sharmin@aiub.edu::e76e1817-908f-4d6e-a7ec-37593777c360" providerId="AD" clId="Web-{1C6A12E9-A1F2-011E-FBAA-5852D5C7D19E}" dt="2024-12-15T07:18:17.815" v="15" actId="14100"/>
        <pc:sldMkLst>
          <pc:docMk/>
          <pc:sldMk cId="1515580170" sldId="277"/>
        </pc:sldMkLst>
        <pc:spChg chg="del">
          <ac:chgData name="SAZIA SHARMIN" userId="S::sazia.sharmin@aiub.edu::e76e1817-908f-4d6e-a7ec-37593777c360" providerId="AD" clId="Web-{1C6A12E9-A1F2-011E-FBAA-5852D5C7D19E}" dt="2024-12-15T07:18:09.283" v="12"/>
          <ac:spMkLst>
            <pc:docMk/>
            <pc:sldMk cId="1515580170" sldId="277"/>
            <ac:spMk id="2" creationId="{266B7F9D-8FA0-4A21-AF4E-02CFB162CDC0}"/>
          </ac:spMkLst>
        </pc:spChg>
        <pc:spChg chg="del">
          <ac:chgData name="SAZIA SHARMIN" userId="S::sazia.sharmin@aiub.edu::e76e1817-908f-4d6e-a7ec-37593777c360" providerId="AD" clId="Web-{1C6A12E9-A1F2-011E-FBAA-5852D5C7D19E}" dt="2024-12-15T07:18:06.987" v="11"/>
          <ac:spMkLst>
            <pc:docMk/>
            <pc:sldMk cId="1515580170" sldId="277"/>
            <ac:spMk id="3" creationId="{5DDD8B7C-DD27-BB67-D968-66310AF08B5D}"/>
          </ac:spMkLst>
        </pc:spChg>
        <pc:picChg chg="add mod">
          <ac:chgData name="SAZIA SHARMIN" userId="S::sazia.sharmin@aiub.edu::e76e1817-908f-4d6e-a7ec-37593777c360" providerId="AD" clId="Web-{1C6A12E9-A1F2-011E-FBAA-5852D5C7D19E}" dt="2024-12-15T07:18:17.815" v="15" actId="14100"/>
          <ac:picMkLst>
            <pc:docMk/>
            <pc:sldMk cId="1515580170" sldId="277"/>
            <ac:picMk id="4" creationId="{66F7A26C-8A09-19CA-0227-3CDD4FEDFAC4}"/>
          </ac:picMkLst>
        </pc:picChg>
      </pc:sldChg>
    </pc:docChg>
  </pc:docChgLst>
  <pc:docChgLst>
    <pc:chgData name="SAZIA SHARMIN" userId="S::sazia.sharmin@aiub.edu::e76e1817-908f-4d6e-a7ec-37593777c360" providerId="AD" clId="Web-{9F837FB8-A6A3-DF75-4898-38CD3A07420E}"/>
    <pc:docChg chg="modSld sldOrd">
      <pc:chgData name="SAZIA SHARMIN" userId="S::sazia.sharmin@aiub.edu::e76e1817-908f-4d6e-a7ec-37593777c360" providerId="AD" clId="Web-{9F837FB8-A6A3-DF75-4898-38CD3A07420E}" dt="2024-12-17T07:30:52.806" v="31"/>
      <pc:docMkLst>
        <pc:docMk/>
      </pc:docMkLst>
      <pc:sldChg chg="modSp ord">
        <pc:chgData name="SAZIA SHARMIN" userId="S::sazia.sharmin@aiub.edu::e76e1817-908f-4d6e-a7ec-37593777c360" providerId="AD" clId="Web-{9F837FB8-A6A3-DF75-4898-38CD3A07420E}" dt="2024-12-17T07:30:52.806" v="31"/>
        <pc:sldMkLst>
          <pc:docMk/>
          <pc:sldMk cId="0" sldId="270"/>
        </pc:sldMkLst>
        <pc:spChg chg="mod">
          <ac:chgData name="SAZIA SHARMIN" userId="S::sazia.sharmin@aiub.edu::e76e1817-908f-4d6e-a7ec-37593777c360" providerId="AD" clId="Web-{9F837FB8-A6A3-DF75-4898-38CD3A07420E}" dt="2024-12-17T07:30:31.447" v="30" actId="20577"/>
          <ac:spMkLst>
            <pc:docMk/>
            <pc:sldMk cId="0" sldId="270"/>
            <ac:spMk id="17410" creationId="{A2BAB9AE-5971-4736-B4D1-80DEB59D28EF}"/>
          </ac:spMkLst>
        </pc:spChg>
      </pc:sldChg>
      <pc:sldChg chg="modSp">
        <pc:chgData name="SAZIA SHARMIN" userId="S::sazia.sharmin@aiub.edu::e76e1817-908f-4d6e-a7ec-37593777c360" providerId="AD" clId="Web-{9F837FB8-A6A3-DF75-4898-38CD3A07420E}" dt="2024-12-17T07:20:37.535" v="7" actId="20577"/>
        <pc:sldMkLst>
          <pc:docMk/>
          <pc:sldMk cId="2150611571" sldId="273"/>
        </pc:sldMkLst>
        <pc:spChg chg="mod">
          <ac:chgData name="SAZIA SHARMIN" userId="S::sazia.sharmin@aiub.edu::e76e1817-908f-4d6e-a7ec-37593777c360" providerId="AD" clId="Web-{9F837FB8-A6A3-DF75-4898-38CD3A07420E}" dt="2024-12-17T07:20:37.535" v="7" actId="20577"/>
          <ac:spMkLst>
            <pc:docMk/>
            <pc:sldMk cId="2150611571" sldId="273"/>
            <ac:spMk id="5" creationId="{E8812E34-1097-40A4-B2A6-7B0CDB5C380B}"/>
          </ac:spMkLst>
        </pc:spChg>
        <pc:grpChg chg="mod">
          <ac:chgData name="SAZIA SHARMIN" userId="S::sazia.sharmin@aiub.edu::e76e1817-908f-4d6e-a7ec-37593777c360" providerId="AD" clId="Web-{9F837FB8-A6A3-DF75-4898-38CD3A07420E}" dt="2024-12-17T07:17:18.892" v="0" actId="1076"/>
          <ac:grpSpMkLst>
            <pc:docMk/>
            <pc:sldMk cId="2150611571" sldId="273"/>
            <ac:grpSpMk id="147" creationId="{422E09C4-7CC6-476A-BCC4-7571449E3F2C}"/>
          </ac:grpSpMkLst>
        </pc:grpChg>
      </pc:sldChg>
      <pc:sldChg chg="modSp">
        <pc:chgData name="SAZIA SHARMIN" userId="S::sazia.sharmin@aiub.edu::e76e1817-908f-4d6e-a7ec-37593777c360" providerId="AD" clId="Web-{9F837FB8-A6A3-DF75-4898-38CD3A07420E}" dt="2024-12-17T07:28:07.195" v="21" actId="20577"/>
        <pc:sldMkLst>
          <pc:docMk/>
          <pc:sldMk cId="3559111765" sldId="275"/>
        </pc:sldMkLst>
        <pc:spChg chg="mod">
          <ac:chgData name="SAZIA SHARMIN" userId="S::sazia.sharmin@aiub.edu::e76e1817-908f-4d6e-a7ec-37593777c360" providerId="AD" clId="Web-{9F837FB8-A6A3-DF75-4898-38CD3A07420E}" dt="2024-12-17T07:28:07.195" v="21" actId="20577"/>
          <ac:spMkLst>
            <pc:docMk/>
            <pc:sldMk cId="3559111765" sldId="275"/>
            <ac:spMk id="5" creationId="{E8812E34-1097-40A4-B2A6-7B0CDB5C380B}"/>
          </ac:spMkLst>
        </pc:spChg>
        <pc:spChg chg="mod">
          <ac:chgData name="SAZIA SHARMIN" userId="S::sazia.sharmin@aiub.edu::e76e1817-908f-4d6e-a7ec-37593777c360" providerId="AD" clId="Web-{9F837FB8-A6A3-DF75-4898-38CD3A07420E}" dt="2024-12-17T07:25:43.975" v="12" actId="14100"/>
          <ac:spMkLst>
            <pc:docMk/>
            <pc:sldMk cId="3559111765" sldId="275"/>
            <ac:spMk id="122" creationId="{7A4DDF8E-2F76-4616-807D-385D7D10A260}"/>
          </ac:spMkLst>
        </pc:spChg>
      </pc:sldChg>
      <pc:sldChg chg="modSp">
        <pc:chgData name="SAZIA SHARMIN" userId="S::sazia.sharmin@aiub.edu::e76e1817-908f-4d6e-a7ec-37593777c360" providerId="AD" clId="Web-{9F837FB8-A6A3-DF75-4898-38CD3A07420E}" dt="2024-12-17T07:29:54.587" v="24" actId="14100"/>
        <pc:sldMkLst>
          <pc:docMk/>
          <pc:sldMk cId="1912174589" sldId="276"/>
        </pc:sldMkLst>
        <pc:spChg chg="mod">
          <ac:chgData name="SAZIA SHARMIN" userId="S::sazia.sharmin@aiub.edu::e76e1817-908f-4d6e-a7ec-37593777c360" providerId="AD" clId="Web-{9F837FB8-A6A3-DF75-4898-38CD3A07420E}" dt="2024-12-17T07:29:51.118" v="23" actId="20577"/>
          <ac:spMkLst>
            <pc:docMk/>
            <pc:sldMk cId="1912174589" sldId="276"/>
            <ac:spMk id="5" creationId="{E8812E34-1097-40A4-B2A6-7B0CDB5C380B}"/>
          </ac:spMkLst>
        </pc:spChg>
        <pc:spChg chg="mod">
          <ac:chgData name="SAZIA SHARMIN" userId="S::sazia.sharmin@aiub.edu::e76e1817-908f-4d6e-a7ec-37593777c360" providerId="AD" clId="Web-{9F837FB8-A6A3-DF75-4898-38CD3A07420E}" dt="2024-12-17T07:29:54.587" v="24" actId="14100"/>
          <ac:spMkLst>
            <pc:docMk/>
            <pc:sldMk cId="1912174589" sldId="276"/>
            <ac:spMk id="116" creationId="{4E523CD3-1C88-47E7-BC28-0DE7B58B738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92454E6-9761-489A-80E0-C333B06B2CEC}"/>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a:extLst>
              <a:ext uri="{FF2B5EF4-FFF2-40B4-BE49-F238E27FC236}">
                <a16:creationId xmlns:a16="http://schemas.microsoft.com/office/drawing/2014/main" id="{1A5B3207-2993-4647-9D61-E93E90F0D172}"/>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4B0D5EBC-4D80-4968-B515-8A885C8376AA}" type="datetimeFigureOut">
              <a:rPr lang="en-US"/>
              <a:pPr>
                <a:defRPr/>
              </a:pPr>
              <a:t>3/1/2025</a:t>
            </a:fld>
            <a:endParaRPr lang="en-US"/>
          </a:p>
        </p:txBody>
      </p:sp>
      <p:sp>
        <p:nvSpPr>
          <p:cNvPr id="4" name="Footer Placeholder 3">
            <a:extLst>
              <a:ext uri="{FF2B5EF4-FFF2-40B4-BE49-F238E27FC236}">
                <a16:creationId xmlns:a16="http://schemas.microsoft.com/office/drawing/2014/main" id="{31E2170D-AA58-4637-A8CD-53158BA0E262}"/>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5" name="Slide Number Placeholder 4">
            <a:extLst>
              <a:ext uri="{FF2B5EF4-FFF2-40B4-BE49-F238E27FC236}">
                <a16:creationId xmlns:a16="http://schemas.microsoft.com/office/drawing/2014/main" id="{1959D416-6AE7-44D2-88BD-C3228CC37007}"/>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D75E3C32-FF30-4DD9-9082-CEEF51B350B9}"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24205C3E-AB49-4967-A24A-95DF5375D940}"/>
              </a:ext>
            </a:extLst>
          </p:cNvPr>
          <p:cNvSpPr>
            <a:spLocks noGrp="1"/>
          </p:cNvSpPr>
          <p:nvPr>
            <p:ph type="dt" sz="half" idx="10"/>
          </p:nvPr>
        </p:nvSpPr>
        <p:spPr/>
        <p:txBody>
          <a:bodyPr/>
          <a:lstStyle>
            <a:lvl1pPr>
              <a:defRPr/>
            </a:lvl1pPr>
          </a:lstStyle>
          <a:p>
            <a:pPr>
              <a:defRPr/>
            </a:pPr>
            <a:fld id="{DE39DD2D-2AB4-4FCE-BA8B-CCF1D2F7EF8B}" type="datetimeFigureOut">
              <a:rPr lang="en-US"/>
              <a:pPr>
                <a:defRPr/>
              </a:pPr>
              <a:t>3/1/2025</a:t>
            </a:fld>
            <a:endParaRPr lang="en-US"/>
          </a:p>
        </p:txBody>
      </p:sp>
      <p:sp>
        <p:nvSpPr>
          <p:cNvPr id="5" name="Footer Placeholder 4">
            <a:extLst>
              <a:ext uri="{FF2B5EF4-FFF2-40B4-BE49-F238E27FC236}">
                <a16:creationId xmlns:a16="http://schemas.microsoft.com/office/drawing/2014/main" id="{F62C6383-3EDF-412A-8BBF-3C8F9F4842C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8E47565-9847-4AF1-8A36-642F5193BEC4}"/>
              </a:ext>
            </a:extLst>
          </p:cNvPr>
          <p:cNvSpPr>
            <a:spLocks noGrp="1"/>
          </p:cNvSpPr>
          <p:nvPr>
            <p:ph type="sldNum" sz="quarter" idx="12"/>
          </p:nvPr>
        </p:nvSpPr>
        <p:spPr/>
        <p:txBody>
          <a:bodyPr/>
          <a:lstStyle>
            <a:lvl1pPr>
              <a:defRPr/>
            </a:lvl1pPr>
          </a:lstStyle>
          <a:p>
            <a:pPr>
              <a:defRPr/>
            </a:pPr>
            <a:fld id="{43599509-EADA-4778-AF06-3D04B35A2131}" type="slidenum">
              <a:rPr lang="en-US"/>
              <a:pPr>
                <a:defRPr/>
              </a:pPr>
              <a:t>‹#›</a:t>
            </a:fld>
            <a:endParaRPr lang="en-US"/>
          </a:p>
        </p:txBody>
      </p:sp>
    </p:spTree>
    <p:extLst>
      <p:ext uri="{BB962C8B-B14F-4D97-AF65-F5344CB8AC3E}">
        <p14:creationId xmlns:p14="http://schemas.microsoft.com/office/powerpoint/2010/main" val="17673818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Content Placeholder 2"/>
          <p:cNvSpPr>
            <a:spLocks noGrp="1"/>
          </p:cNvSpPr>
          <p:nvPr>
            <p:ph idx="1"/>
          </p:nvPr>
        </p:nvSpPr>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D2FA29-98C7-43AC-9010-E03EBDBCD3BD}"/>
              </a:ext>
            </a:extLst>
          </p:cNvPr>
          <p:cNvSpPr>
            <a:spLocks noGrp="1"/>
          </p:cNvSpPr>
          <p:nvPr>
            <p:ph type="dt" sz="half" idx="10"/>
          </p:nvPr>
        </p:nvSpPr>
        <p:spPr/>
        <p:txBody>
          <a:bodyPr/>
          <a:lstStyle>
            <a:lvl1pPr>
              <a:defRPr/>
            </a:lvl1pPr>
          </a:lstStyle>
          <a:p>
            <a:pPr>
              <a:defRPr/>
            </a:pPr>
            <a:fld id="{3207D343-9CC8-4D36-A404-ED575FEBCD21}" type="datetimeFigureOut">
              <a:rPr lang="en-US"/>
              <a:pPr>
                <a:defRPr/>
              </a:pPr>
              <a:t>3/1/2025</a:t>
            </a:fld>
            <a:endParaRPr lang="en-US"/>
          </a:p>
        </p:txBody>
      </p:sp>
      <p:sp>
        <p:nvSpPr>
          <p:cNvPr id="5" name="Footer Placeholder 4">
            <a:extLst>
              <a:ext uri="{FF2B5EF4-FFF2-40B4-BE49-F238E27FC236}">
                <a16:creationId xmlns:a16="http://schemas.microsoft.com/office/drawing/2014/main" id="{0E339DC3-36DF-4E2C-A2CA-055DBF51716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4B9D6F31-D3C9-4102-AE56-3C23CE013607}"/>
              </a:ext>
            </a:extLst>
          </p:cNvPr>
          <p:cNvSpPr>
            <a:spLocks noGrp="1"/>
          </p:cNvSpPr>
          <p:nvPr>
            <p:ph type="sldNum" sz="quarter" idx="12"/>
          </p:nvPr>
        </p:nvSpPr>
        <p:spPr/>
        <p:txBody>
          <a:bodyPr/>
          <a:lstStyle>
            <a:lvl1pPr>
              <a:defRPr/>
            </a:lvl1pPr>
          </a:lstStyle>
          <a:p>
            <a:pPr>
              <a:defRPr/>
            </a:pPr>
            <a:fld id="{184B07BB-8677-4626-AD93-B83738A2B366}" type="slidenum">
              <a:rPr lang="en-US"/>
              <a:pPr>
                <a:defRPr/>
              </a:pPr>
              <a:t>‹#›</a:t>
            </a:fld>
            <a:endParaRPr lang="en-US"/>
          </a:p>
        </p:txBody>
      </p:sp>
    </p:spTree>
    <p:extLst>
      <p:ext uri="{BB962C8B-B14F-4D97-AF65-F5344CB8AC3E}">
        <p14:creationId xmlns:p14="http://schemas.microsoft.com/office/powerpoint/2010/main" val="34523843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105BFEC-825B-49E0-A7F1-0D95AEC30B9C}"/>
              </a:ext>
            </a:extLst>
          </p:cNvPr>
          <p:cNvSpPr>
            <a:spLocks noGrp="1"/>
          </p:cNvSpPr>
          <p:nvPr>
            <p:ph type="dt" sz="half" idx="10"/>
          </p:nvPr>
        </p:nvSpPr>
        <p:spPr/>
        <p:txBody>
          <a:bodyPr/>
          <a:lstStyle>
            <a:lvl1pPr>
              <a:defRPr/>
            </a:lvl1pPr>
          </a:lstStyle>
          <a:p>
            <a:pPr>
              <a:defRPr/>
            </a:pPr>
            <a:fld id="{5ECC5E74-0CE9-49EA-BD0F-8F99C4FD78BD}" type="datetimeFigureOut">
              <a:rPr lang="en-US"/>
              <a:pPr>
                <a:defRPr/>
              </a:pPr>
              <a:t>3/1/2025</a:t>
            </a:fld>
            <a:endParaRPr lang="en-US"/>
          </a:p>
        </p:txBody>
      </p:sp>
      <p:sp>
        <p:nvSpPr>
          <p:cNvPr id="5" name="Footer Placeholder 4">
            <a:extLst>
              <a:ext uri="{FF2B5EF4-FFF2-40B4-BE49-F238E27FC236}">
                <a16:creationId xmlns:a16="http://schemas.microsoft.com/office/drawing/2014/main" id="{EFDAFD0F-EB27-42FB-87C2-DB57049B40B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FCE6D2E-E1DE-4430-A29A-2677567D25DF}"/>
              </a:ext>
            </a:extLst>
          </p:cNvPr>
          <p:cNvSpPr>
            <a:spLocks noGrp="1"/>
          </p:cNvSpPr>
          <p:nvPr>
            <p:ph type="sldNum" sz="quarter" idx="12"/>
          </p:nvPr>
        </p:nvSpPr>
        <p:spPr/>
        <p:txBody>
          <a:bodyPr/>
          <a:lstStyle>
            <a:lvl1pPr>
              <a:defRPr/>
            </a:lvl1pPr>
          </a:lstStyle>
          <a:p>
            <a:pPr>
              <a:defRPr/>
            </a:pPr>
            <a:fld id="{7343D2A9-75AD-45BF-B7B4-6F1DE5088B43}" type="slidenum">
              <a:rPr lang="en-US"/>
              <a:pPr>
                <a:defRPr/>
              </a:pPr>
              <a:t>‹#›</a:t>
            </a:fld>
            <a:endParaRPr lang="en-US"/>
          </a:p>
        </p:txBody>
      </p:sp>
    </p:spTree>
    <p:extLst>
      <p:ext uri="{BB962C8B-B14F-4D97-AF65-F5344CB8AC3E}">
        <p14:creationId xmlns:p14="http://schemas.microsoft.com/office/powerpoint/2010/main" val="2483970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5E04DCDF-9EB4-4A61-8FE0-DD32305AD7F3}"/>
              </a:ext>
            </a:extLst>
          </p:cNvPr>
          <p:cNvSpPr>
            <a:spLocks noGrp="1"/>
          </p:cNvSpPr>
          <p:nvPr>
            <p:ph type="dt" sz="half" idx="10"/>
          </p:nvPr>
        </p:nvSpPr>
        <p:spPr/>
        <p:txBody>
          <a:bodyPr/>
          <a:lstStyle>
            <a:lvl1pPr>
              <a:defRPr/>
            </a:lvl1pPr>
          </a:lstStyle>
          <a:p>
            <a:pPr>
              <a:defRPr/>
            </a:pPr>
            <a:fld id="{FE1BD93E-19D6-4716-84C2-E8406CA5A476}" type="datetimeFigureOut">
              <a:rPr lang="en-US"/>
              <a:pPr>
                <a:defRPr/>
              </a:pPr>
              <a:t>3/1/2025</a:t>
            </a:fld>
            <a:endParaRPr lang="en-US"/>
          </a:p>
        </p:txBody>
      </p:sp>
      <p:sp>
        <p:nvSpPr>
          <p:cNvPr id="6" name="Footer Placeholder 4">
            <a:extLst>
              <a:ext uri="{FF2B5EF4-FFF2-40B4-BE49-F238E27FC236}">
                <a16:creationId xmlns:a16="http://schemas.microsoft.com/office/drawing/2014/main" id="{755E77BA-083F-45AF-9EED-EE766ACD9D4B}"/>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25632F3A-DF66-40FE-9AD2-636E74856E5B}"/>
              </a:ext>
            </a:extLst>
          </p:cNvPr>
          <p:cNvSpPr>
            <a:spLocks noGrp="1"/>
          </p:cNvSpPr>
          <p:nvPr>
            <p:ph type="sldNum" sz="quarter" idx="12"/>
          </p:nvPr>
        </p:nvSpPr>
        <p:spPr/>
        <p:txBody>
          <a:bodyPr/>
          <a:lstStyle>
            <a:lvl1pPr>
              <a:defRPr/>
            </a:lvl1pPr>
          </a:lstStyle>
          <a:p>
            <a:pPr>
              <a:defRPr/>
            </a:pPr>
            <a:fld id="{24B4ED57-62AD-4B06-A885-CB9F63A2B315}" type="slidenum">
              <a:rPr lang="en-US"/>
              <a:pPr>
                <a:defRPr/>
              </a:pPr>
              <a:t>‹#›</a:t>
            </a:fld>
            <a:endParaRPr lang="en-US"/>
          </a:p>
        </p:txBody>
      </p:sp>
    </p:spTree>
    <p:extLst>
      <p:ext uri="{BB962C8B-B14F-4D97-AF65-F5344CB8AC3E}">
        <p14:creationId xmlns:p14="http://schemas.microsoft.com/office/powerpoint/2010/main" val="1411951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11B09D3D-0D7A-4923-8A30-0E1EA73207AC}"/>
              </a:ext>
            </a:extLst>
          </p:cNvPr>
          <p:cNvSpPr>
            <a:spLocks noGrp="1"/>
          </p:cNvSpPr>
          <p:nvPr>
            <p:ph type="dt" sz="half" idx="10"/>
          </p:nvPr>
        </p:nvSpPr>
        <p:spPr/>
        <p:txBody>
          <a:bodyPr/>
          <a:lstStyle>
            <a:lvl1pPr>
              <a:defRPr/>
            </a:lvl1pPr>
          </a:lstStyle>
          <a:p>
            <a:pPr>
              <a:defRPr/>
            </a:pPr>
            <a:fld id="{06325774-344C-48D1-A4F4-3FB67637E236}" type="datetimeFigureOut">
              <a:rPr lang="en-US"/>
              <a:pPr>
                <a:defRPr/>
              </a:pPr>
              <a:t>3/1/2025</a:t>
            </a:fld>
            <a:endParaRPr lang="en-US"/>
          </a:p>
        </p:txBody>
      </p:sp>
      <p:sp>
        <p:nvSpPr>
          <p:cNvPr id="8" name="Footer Placeholder 4">
            <a:extLst>
              <a:ext uri="{FF2B5EF4-FFF2-40B4-BE49-F238E27FC236}">
                <a16:creationId xmlns:a16="http://schemas.microsoft.com/office/drawing/2014/main" id="{21D45CF8-8209-40BA-929C-90625DF76753}"/>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ED69C685-4821-48F5-9D85-F5930020CE1B}"/>
              </a:ext>
            </a:extLst>
          </p:cNvPr>
          <p:cNvSpPr>
            <a:spLocks noGrp="1"/>
          </p:cNvSpPr>
          <p:nvPr>
            <p:ph type="sldNum" sz="quarter" idx="12"/>
          </p:nvPr>
        </p:nvSpPr>
        <p:spPr/>
        <p:txBody>
          <a:bodyPr/>
          <a:lstStyle>
            <a:lvl1pPr>
              <a:defRPr/>
            </a:lvl1pPr>
          </a:lstStyle>
          <a:p>
            <a:pPr>
              <a:defRPr/>
            </a:pPr>
            <a:fld id="{B87ADCF7-4166-45A4-85B5-56F5F85CF4F7}" type="slidenum">
              <a:rPr lang="en-US"/>
              <a:pPr>
                <a:defRPr/>
              </a:pPr>
              <a:t>‹#›</a:t>
            </a:fld>
            <a:endParaRPr lang="en-US"/>
          </a:p>
        </p:txBody>
      </p:sp>
    </p:spTree>
    <p:extLst>
      <p:ext uri="{BB962C8B-B14F-4D97-AF65-F5344CB8AC3E}">
        <p14:creationId xmlns:p14="http://schemas.microsoft.com/office/powerpoint/2010/main" val="6506410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FAB23A9F-2A20-4431-A518-8F3E18E76E0E}"/>
              </a:ext>
            </a:extLst>
          </p:cNvPr>
          <p:cNvSpPr>
            <a:spLocks noGrp="1"/>
          </p:cNvSpPr>
          <p:nvPr>
            <p:ph type="dt" sz="half" idx="10"/>
          </p:nvPr>
        </p:nvSpPr>
        <p:spPr/>
        <p:txBody>
          <a:bodyPr/>
          <a:lstStyle>
            <a:lvl1pPr>
              <a:defRPr/>
            </a:lvl1pPr>
          </a:lstStyle>
          <a:p>
            <a:pPr>
              <a:defRPr/>
            </a:pPr>
            <a:fld id="{C43CC2FD-3169-4008-AA55-F79AF5CF5274}" type="datetimeFigureOut">
              <a:rPr lang="en-US"/>
              <a:pPr>
                <a:defRPr/>
              </a:pPr>
              <a:t>3/1/2025</a:t>
            </a:fld>
            <a:endParaRPr lang="en-US"/>
          </a:p>
        </p:txBody>
      </p:sp>
      <p:sp>
        <p:nvSpPr>
          <p:cNvPr id="4" name="Footer Placeholder 4">
            <a:extLst>
              <a:ext uri="{FF2B5EF4-FFF2-40B4-BE49-F238E27FC236}">
                <a16:creationId xmlns:a16="http://schemas.microsoft.com/office/drawing/2014/main" id="{AA0AF884-4ECA-446A-8379-75E4E69E6046}"/>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16239ADC-1C9F-4420-A698-7A031EF9DE76}"/>
              </a:ext>
            </a:extLst>
          </p:cNvPr>
          <p:cNvSpPr>
            <a:spLocks noGrp="1"/>
          </p:cNvSpPr>
          <p:nvPr>
            <p:ph type="sldNum" sz="quarter" idx="12"/>
          </p:nvPr>
        </p:nvSpPr>
        <p:spPr/>
        <p:txBody>
          <a:bodyPr/>
          <a:lstStyle>
            <a:lvl1pPr>
              <a:defRPr/>
            </a:lvl1pPr>
          </a:lstStyle>
          <a:p>
            <a:pPr>
              <a:defRPr/>
            </a:pPr>
            <a:fld id="{A3E23CD1-B551-4516-9659-C92FD39F64EB}" type="slidenum">
              <a:rPr lang="en-US"/>
              <a:pPr>
                <a:defRPr/>
              </a:pPr>
              <a:t>‹#›</a:t>
            </a:fld>
            <a:endParaRPr lang="en-US"/>
          </a:p>
        </p:txBody>
      </p:sp>
    </p:spTree>
    <p:extLst>
      <p:ext uri="{BB962C8B-B14F-4D97-AF65-F5344CB8AC3E}">
        <p14:creationId xmlns:p14="http://schemas.microsoft.com/office/powerpoint/2010/main" val="12531494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DDF8B165-C328-4233-B9E2-B61CB090F81B}"/>
              </a:ext>
            </a:extLst>
          </p:cNvPr>
          <p:cNvSpPr>
            <a:spLocks noGrp="1"/>
          </p:cNvSpPr>
          <p:nvPr>
            <p:ph type="dt" sz="half" idx="10"/>
          </p:nvPr>
        </p:nvSpPr>
        <p:spPr/>
        <p:txBody>
          <a:bodyPr/>
          <a:lstStyle>
            <a:lvl1pPr>
              <a:defRPr/>
            </a:lvl1pPr>
          </a:lstStyle>
          <a:p>
            <a:pPr>
              <a:defRPr/>
            </a:pPr>
            <a:fld id="{3881D7F7-40E8-4AE7-87DE-46B69679B91F}" type="datetimeFigureOut">
              <a:rPr lang="en-US"/>
              <a:pPr>
                <a:defRPr/>
              </a:pPr>
              <a:t>3/1/2025</a:t>
            </a:fld>
            <a:endParaRPr lang="en-US"/>
          </a:p>
        </p:txBody>
      </p:sp>
      <p:sp>
        <p:nvSpPr>
          <p:cNvPr id="3" name="Footer Placeholder 4">
            <a:extLst>
              <a:ext uri="{FF2B5EF4-FFF2-40B4-BE49-F238E27FC236}">
                <a16:creationId xmlns:a16="http://schemas.microsoft.com/office/drawing/2014/main" id="{7E7C3B79-2564-457F-B103-8650D2436AED}"/>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B57FE815-5BD7-4116-9AF5-57369452A529}"/>
              </a:ext>
            </a:extLst>
          </p:cNvPr>
          <p:cNvSpPr>
            <a:spLocks noGrp="1"/>
          </p:cNvSpPr>
          <p:nvPr>
            <p:ph type="sldNum" sz="quarter" idx="12"/>
          </p:nvPr>
        </p:nvSpPr>
        <p:spPr/>
        <p:txBody>
          <a:bodyPr/>
          <a:lstStyle>
            <a:lvl1pPr>
              <a:defRPr/>
            </a:lvl1pPr>
          </a:lstStyle>
          <a:p>
            <a:pPr>
              <a:defRPr/>
            </a:pPr>
            <a:fld id="{C59C665B-F2E5-481D-84D6-583F21E01A3F}" type="slidenum">
              <a:rPr lang="en-US"/>
              <a:pPr>
                <a:defRPr/>
              </a:pPr>
              <a:t>‹#›</a:t>
            </a:fld>
            <a:endParaRPr lang="en-US"/>
          </a:p>
        </p:txBody>
      </p:sp>
    </p:spTree>
    <p:extLst>
      <p:ext uri="{BB962C8B-B14F-4D97-AF65-F5344CB8AC3E}">
        <p14:creationId xmlns:p14="http://schemas.microsoft.com/office/powerpoint/2010/main" val="32433105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1C40963A-C52A-40E4-8ACF-A8BC1F7B7268}"/>
              </a:ext>
            </a:extLst>
          </p:cNvPr>
          <p:cNvSpPr>
            <a:spLocks noGrp="1"/>
          </p:cNvSpPr>
          <p:nvPr>
            <p:ph type="dt" sz="half" idx="10"/>
          </p:nvPr>
        </p:nvSpPr>
        <p:spPr/>
        <p:txBody>
          <a:bodyPr/>
          <a:lstStyle>
            <a:lvl1pPr>
              <a:defRPr/>
            </a:lvl1pPr>
          </a:lstStyle>
          <a:p>
            <a:pPr>
              <a:defRPr/>
            </a:pPr>
            <a:fld id="{DBAFD516-6CE1-40F6-A1A9-386131067833}" type="datetimeFigureOut">
              <a:rPr lang="en-US"/>
              <a:pPr>
                <a:defRPr/>
              </a:pPr>
              <a:t>3/1/2025</a:t>
            </a:fld>
            <a:endParaRPr lang="en-US"/>
          </a:p>
        </p:txBody>
      </p:sp>
      <p:sp>
        <p:nvSpPr>
          <p:cNvPr id="6" name="Footer Placeholder 4">
            <a:extLst>
              <a:ext uri="{FF2B5EF4-FFF2-40B4-BE49-F238E27FC236}">
                <a16:creationId xmlns:a16="http://schemas.microsoft.com/office/drawing/2014/main" id="{4BA479F3-87CB-43CB-BE85-FC33470447FD}"/>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61399FD-9827-4057-8F38-800FB99A923F}"/>
              </a:ext>
            </a:extLst>
          </p:cNvPr>
          <p:cNvSpPr>
            <a:spLocks noGrp="1"/>
          </p:cNvSpPr>
          <p:nvPr>
            <p:ph type="sldNum" sz="quarter" idx="12"/>
          </p:nvPr>
        </p:nvSpPr>
        <p:spPr/>
        <p:txBody>
          <a:bodyPr/>
          <a:lstStyle>
            <a:lvl1pPr>
              <a:defRPr/>
            </a:lvl1pPr>
          </a:lstStyle>
          <a:p>
            <a:pPr>
              <a:defRPr/>
            </a:pPr>
            <a:fld id="{EFC128CD-ABF5-44CA-B674-CB4D9270FA10}" type="slidenum">
              <a:rPr lang="en-US"/>
              <a:pPr>
                <a:defRPr/>
              </a:pPr>
              <a:t>‹#›</a:t>
            </a:fld>
            <a:endParaRPr lang="en-US"/>
          </a:p>
        </p:txBody>
      </p:sp>
    </p:spTree>
    <p:extLst>
      <p:ext uri="{BB962C8B-B14F-4D97-AF65-F5344CB8AC3E}">
        <p14:creationId xmlns:p14="http://schemas.microsoft.com/office/powerpoint/2010/main" val="3444572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AA47202E-D974-405F-8C67-3CCE9AB3296A}"/>
              </a:ext>
            </a:extLst>
          </p:cNvPr>
          <p:cNvSpPr>
            <a:spLocks noGrp="1"/>
          </p:cNvSpPr>
          <p:nvPr>
            <p:ph type="dt" sz="half" idx="10"/>
          </p:nvPr>
        </p:nvSpPr>
        <p:spPr/>
        <p:txBody>
          <a:bodyPr/>
          <a:lstStyle>
            <a:lvl1pPr>
              <a:defRPr/>
            </a:lvl1pPr>
          </a:lstStyle>
          <a:p>
            <a:pPr>
              <a:defRPr/>
            </a:pPr>
            <a:fld id="{A819DDD8-9C52-412E-9DE1-5D2B7F49A766}" type="datetimeFigureOut">
              <a:rPr lang="en-US"/>
              <a:pPr>
                <a:defRPr/>
              </a:pPr>
              <a:t>3/1/2025</a:t>
            </a:fld>
            <a:endParaRPr lang="en-US"/>
          </a:p>
        </p:txBody>
      </p:sp>
      <p:sp>
        <p:nvSpPr>
          <p:cNvPr id="6" name="Footer Placeholder 4">
            <a:extLst>
              <a:ext uri="{FF2B5EF4-FFF2-40B4-BE49-F238E27FC236}">
                <a16:creationId xmlns:a16="http://schemas.microsoft.com/office/drawing/2014/main" id="{EE877298-42DB-491F-B307-FC75C607ED0B}"/>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6C957A43-C3B7-4D8C-B587-A241BABAC959}"/>
              </a:ext>
            </a:extLst>
          </p:cNvPr>
          <p:cNvSpPr>
            <a:spLocks noGrp="1"/>
          </p:cNvSpPr>
          <p:nvPr>
            <p:ph type="sldNum" sz="quarter" idx="12"/>
          </p:nvPr>
        </p:nvSpPr>
        <p:spPr/>
        <p:txBody>
          <a:bodyPr/>
          <a:lstStyle>
            <a:lvl1pPr>
              <a:defRPr/>
            </a:lvl1pPr>
          </a:lstStyle>
          <a:p>
            <a:pPr>
              <a:defRPr/>
            </a:pPr>
            <a:fld id="{D4EA8A8E-2BF2-455C-80F2-1CA715FBD942}" type="slidenum">
              <a:rPr lang="en-US"/>
              <a:pPr>
                <a:defRPr/>
              </a:pPr>
              <a:t>‹#›</a:t>
            </a:fld>
            <a:endParaRPr lang="en-US"/>
          </a:p>
        </p:txBody>
      </p:sp>
    </p:spTree>
    <p:extLst>
      <p:ext uri="{BB962C8B-B14F-4D97-AF65-F5344CB8AC3E}">
        <p14:creationId xmlns:p14="http://schemas.microsoft.com/office/powerpoint/2010/main" val="17392443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6DDB7A-551B-4FEB-9AF2-0168EBC7C82C}"/>
              </a:ext>
            </a:extLst>
          </p:cNvPr>
          <p:cNvSpPr>
            <a:spLocks noGrp="1"/>
          </p:cNvSpPr>
          <p:nvPr>
            <p:ph type="dt" sz="half" idx="10"/>
          </p:nvPr>
        </p:nvSpPr>
        <p:spPr/>
        <p:txBody>
          <a:bodyPr/>
          <a:lstStyle>
            <a:lvl1pPr>
              <a:defRPr/>
            </a:lvl1pPr>
          </a:lstStyle>
          <a:p>
            <a:pPr>
              <a:defRPr/>
            </a:pPr>
            <a:fld id="{CE09CBCB-0299-4D33-8780-58A839D708B4}" type="datetimeFigureOut">
              <a:rPr lang="en-US"/>
              <a:pPr>
                <a:defRPr/>
              </a:pPr>
              <a:t>3/1/2025</a:t>
            </a:fld>
            <a:endParaRPr lang="en-US"/>
          </a:p>
        </p:txBody>
      </p:sp>
      <p:sp>
        <p:nvSpPr>
          <p:cNvPr id="5" name="Footer Placeholder 4">
            <a:extLst>
              <a:ext uri="{FF2B5EF4-FFF2-40B4-BE49-F238E27FC236}">
                <a16:creationId xmlns:a16="http://schemas.microsoft.com/office/drawing/2014/main" id="{C5A3A12B-A584-4C9F-B1C0-E207DEDF6E2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62B4BAD-AA6F-4147-B418-7961C9DB5F73}"/>
              </a:ext>
            </a:extLst>
          </p:cNvPr>
          <p:cNvSpPr>
            <a:spLocks noGrp="1"/>
          </p:cNvSpPr>
          <p:nvPr>
            <p:ph type="sldNum" sz="quarter" idx="12"/>
          </p:nvPr>
        </p:nvSpPr>
        <p:spPr/>
        <p:txBody>
          <a:bodyPr/>
          <a:lstStyle>
            <a:lvl1pPr>
              <a:defRPr/>
            </a:lvl1pPr>
          </a:lstStyle>
          <a:p>
            <a:pPr>
              <a:defRPr/>
            </a:pPr>
            <a:fld id="{E3A93DE1-6EEE-42BB-B073-B4ED94F3243F}" type="slidenum">
              <a:rPr lang="en-US"/>
              <a:pPr>
                <a:defRPr/>
              </a:pPr>
              <a:t>‹#›</a:t>
            </a:fld>
            <a:endParaRPr lang="en-US"/>
          </a:p>
        </p:txBody>
      </p:sp>
    </p:spTree>
    <p:extLst>
      <p:ext uri="{BB962C8B-B14F-4D97-AF65-F5344CB8AC3E}">
        <p14:creationId xmlns:p14="http://schemas.microsoft.com/office/powerpoint/2010/main" val="19531407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EA70C0-55D6-4BA0-9173-0FFF85B5DD57}"/>
              </a:ext>
            </a:extLst>
          </p:cNvPr>
          <p:cNvSpPr>
            <a:spLocks noGrp="1"/>
          </p:cNvSpPr>
          <p:nvPr>
            <p:ph type="dt" sz="half" idx="10"/>
          </p:nvPr>
        </p:nvSpPr>
        <p:spPr/>
        <p:txBody>
          <a:bodyPr/>
          <a:lstStyle>
            <a:lvl1pPr>
              <a:defRPr/>
            </a:lvl1pPr>
          </a:lstStyle>
          <a:p>
            <a:pPr>
              <a:defRPr/>
            </a:pPr>
            <a:fld id="{7ED1D923-885F-413D-9CC9-2789DB5D5B02}" type="datetimeFigureOut">
              <a:rPr lang="en-US"/>
              <a:pPr>
                <a:defRPr/>
              </a:pPr>
              <a:t>3/1/2025</a:t>
            </a:fld>
            <a:endParaRPr lang="en-US"/>
          </a:p>
        </p:txBody>
      </p:sp>
      <p:sp>
        <p:nvSpPr>
          <p:cNvPr id="5" name="Footer Placeholder 4">
            <a:extLst>
              <a:ext uri="{FF2B5EF4-FFF2-40B4-BE49-F238E27FC236}">
                <a16:creationId xmlns:a16="http://schemas.microsoft.com/office/drawing/2014/main" id="{DEA76E20-AD45-414D-A8F9-23643B7476B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E826D82-203A-4B0B-80EC-896E6887B504}"/>
              </a:ext>
            </a:extLst>
          </p:cNvPr>
          <p:cNvSpPr>
            <a:spLocks noGrp="1"/>
          </p:cNvSpPr>
          <p:nvPr>
            <p:ph type="sldNum" sz="quarter" idx="12"/>
          </p:nvPr>
        </p:nvSpPr>
        <p:spPr/>
        <p:txBody>
          <a:bodyPr/>
          <a:lstStyle>
            <a:lvl1pPr>
              <a:defRPr/>
            </a:lvl1pPr>
          </a:lstStyle>
          <a:p>
            <a:pPr>
              <a:defRPr/>
            </a:pPr>
            <a:fld id="{0E93F47F-56A4-4255-BB09-0B061997C334}" type="slidenum">
              <a:rPr lang="en-US"/>
              <a:pPr>
                <a:defRPr/>
              </a:pPr>
              <a:t>‹#›</a:t>
            </a:fld>
            <a:endParaRPr lang="en-US"/>
          </a:p>
        </p:txBody>
      </p:sp>
    </p:spTree>
    <p:extLst>
      <p:ext uri="{BB962C8B-B14F-4D97-AF65-F5344CB8AC3E}">
        <p14:creationId xmlns:p14="http://schemas.microsoft.com/office/powerpoint/2010/main" val="1792266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0E0D111C-35E7-445C-A39B-87015DCAB44C}"/>
              </a:ext>
            </a:extLst>
          </p:cNvPr>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25ED1070-3125-47D6-9108-F5ABD0F0DDF8}"/>
              </a:ext>
            </a:extLst>
          </p:cNvPr>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8ADCAB15-574C-4B42-9502-4C029BD91322}"/>
              </a:ext>
            </a:extLst>
          </p:cNvPr>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C1D1D3FE-C0E5-4B3C-8219-6AE885F9C727}" type="datetimeFigureOut">
              <a:rPr lang="en-US"/>
              <a:pPr>
                <a:defRPr/>
              </a:pPr>
              <a:t>3/1/2025</a:t>
            </a:fld>
            <a:endParaRPr lang="en-US"/>
          </a:p>
        </p:txBody>
      </p:sp>
      <p:sp>
        <p:nvSpPr>
          <p:cNvPr id="5" name="Footer Placeholder 4">
            <a:extLst>
              <a:ext uri="{FF2B5EF4-FFF2-40B4-BE49-F238E27FC236}">
                <a16:creationId xmlns:a16="http://schemas.microsoft.com/office/drawing/2014/main" id="{873A2A4A-B3E3-4167-A570-2F93D187245E}"/>
              </a:ext>
            </a:extLst>
          </p:cNvPr>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DDBA680D-1784-4DBC-8E9E-95D975C6931A}"/>
              </a:ext>
            </a:extLst>
          </p:cNvPr>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fld id="{6F8C989C-8FA1-488F-9466-80E149D4D0E5}"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b="1" kern="1200">
          <a:solidFill>
            <a:schemeClr val="tx1"/>
          </a:solidFill>
          <a:latin typeface="+mj-lt"/>
          <a:ea typeface="+mj-ea"/>
          <a:cs typeface="+mj-cs"/>
        </a:defRPr>
      </a:lvl1pPr>
      <a:lvl2pPr algn="ctr" rtl="0" eaLnBrk="0" fontAlgn="base" hangingPunct="0">
        <a:spcBef>
          <a:spcPct val="0"/>
        </a:spcBef>
        <a:spcAft>
          <a:spcPct val="0"/>
        </a:spcAft>
        <a:defRPr sz="4400" b="1">
          <a:solidFill>
            <a:schemeClr val="tx1"/>
          </a:solidFill>
          <a:latin typeface="Calibri" pitchFamily="34" charset="0"/>
        </a:defRPr>
      </a:lvl2pPr>
      <a:lvl3pPr algn="ctr" rtl="0" eaLnBrk="0" fontAlgn="base" hangingPunct="0">
        <a:spcBef>
          <a:spcPct val="0"/>
        </a:spcBef>
        <a:spcAft>
          <a:spcPct val="0"/>
        </a:spcAft>
        <a:defRPr sz="4400" b="1">
          <a:solidFill>
            <a:schemeClr val="tx1"/>
          </a:solidFill>
          <a:latin typeface="Calibri" pitchFamily="34" charset="0"/>
        </a:defRPr>
      </a:lvl3pPr>
      <a:lvl4pPr algn="ctr" rtl="0" eaLnBrk="0" fontAlgn="base" hangingPunct="0">
        <a:spcBef>
          <a:spcPct val="0"/>
        </a:spcBef>
        <a:spcAft>
          <a:spcPct val="0"/>
        </a:spcAft>
        <a:defRPr sz="4400" b="1">
          <a:solidFill>
            <a:schemeClr val="tx1"/>
          </a:solidFill>
          <a:latin typeface="Calibri" pitchFamily="34" charset="0"/>
        </a:defRPr>
      </a:lvl4pPr>
      <a:lvl5pPr algn="ctr" rtl="0" eaLnBrk="0" fontAlgn="base" hangingPunct="0">
        <a:spcBef>
          <a:spcPct val="0"/>
        </a:spcBef>
        <a:spcAft>
          <a:spcPct val="0"/>
        </a:spcAft>
        <a:defRPr sz="4400" b="1">
          <a:solidFill>
            <a:schemeClr val="tx1"/>
          </a:solidFill>
          <a:latin typeface="Calibri" pitchFamily="34" charset="0"/>
        </a:defRPr>
      </a:lvl5pPr>
      <a:lvl6pPr marL="457200" algn="ctr" rtl="0" fontAlgn="base">
        <a:spcBef>
          <a:spcPct val="0"/>
        </a:spcBef>
        <a:spcAft>
          <a:spcPct val="0"/>
        </a:spcAft>
        <a:defRPr sz="4400" b="1">
          <a:solidFill>
            <a:schemeClr val="tx1"/>
          </a:solidFill>
          <a:latin typeface="Calibri" pitchFamily="34" charset="0"/>
        </a:defRPr>
      </a:lvl6pPr>
      <a:lvl7pPr marL="914400" algn="ctr" rtl="0" fontAlgn="base">
        <a:spcBef>
          <a:spcPct val="0"/>
        </a:spcBef>
        <a:spcAft>
          <a:spcPct val="0"/>
        </a:spcAft>
        <a:defRPr sz="4400" b="1">
          <a:solidFill>
            <a:schemeClr val="tx1"/>
          </a:solidFill>
          <a:latin typeface="Calibri" pitchFamily="34" charset="0"/>
        </a:defRPr>
      </a:lvl7pPr>
      <a:lvl8pPr marL="1371600" algn="ctr" rtl="0" fontAlgn="base">
        <a:spcBef>
          <a:spcPct val="0"/>
        </a:spcBef>
        <a:spcAft>
          <a:spcPct val="0"/>
        </a:spcAft>
        <a:defRPr sz="4400" b="1">
          <a:solidFill>
            <a:schemeClr val="tx1"/>
          </a:solidFill>
          <a:latin typeface="Calibri" pitchFamily="34" charset="0"/>
        </a:defRPr>
      </a:lvl8pPr>
      <a:lvl9pPr marL="1828800" algn="ctr" rtl="0" fontAlgn="base">
        <a:spcBef>
          <a:spcPct val="0"/>
        </a:spcBef>
        <a:spcAft>
          <a:spcPct val="0"/>
        </a:spcAft>
        <a:defRPr sz="4400" b="1">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a:extLst>
              <a:ext uri="{FF2B5EF4-FFF2-40B4-BE49-F238E27FC236}">
                <a16:creationId xmlns:a16="http://schemas.microsoft.com/office/drawing/2014/main" id="{1D9AA595-F089-421E-95C8-CC4E39F9597B}"/>
              </a:ext>
            </a:extLst>
          </p:cNvPr>
          <p:cNvSpPr>
            <a:spLocks noGrp="1"/>
          </p:cNvSpPr>
          <p:nvPr>
            <p:ph type="ctrTitle"/>
          </p:nvPr>
        </p:nvSpPr>
        <p:spPr/>
        <p:txBody>
          <a:bodyPr/>
          <a:lstStyle/>
          <a:p>
            <a:pPr eaLnBrk="1" hangingPunct="1"/>
            <a:r>
              <a:rPr lang="en-US" altLang="en-US"/>
              <a:t>Lecture 5</a:t>
            </a:r>
            <a:br>
              <a:rPr lang="en-US" altLang="en-US"/>
            </a:br>
            <a:r>
              <a:rPr lang="en-US" altLang="en-US"/>
              <a:t>Activity Diagram</a:t>
            </a:r>
          </a:p>
        </p:txBody>
      </p:sp>
      <p:sp>
        <p:nvSpPr>
          <p:cNvPr id="3" name="Subtitle 2">
            <a:extLst>
              <a:ext uri="{FF2B5EF4-FFF2-40B4-BE49-F238E27FC236}">
                <a16:creationId xmlns:a16="http://schemas.microsoft.com/office/drawing/2014/main" id="{C7E764F0-7CF2-4082-860C-33E9D9FA68A1}"/>
              </a:ext>
            </a:extLst>
          </p:cNvPr>
          <p:cNvSpPr>
            <a:spLocks noGrp="1"/>
          </p:cNvSpPr>
          <p:nvPr>
            <p:ph type="subTitle" idx="1"/>
          </p:nvPr>
        </p:nvSpPr>
        <p:spPr/>
        <p:txBody>
          <a:bodyPr rtlCol="0">
            <a:normAutofit fontScale="55000" lnSpcReduction="20000"/>
          </a:bodyPr>
          <a:lstStyle/>
          <a:p>
            <a:pPr eaLnBrk="1" fontAlgn="auto" hangingPunct="1">
              <a:spcAft>
                <a:spcPts val="0"/>
              </a:spcAft>
              <a:defRPr/>
            </a:pPr>
            <a:r>
              <a:rPr lang="en-US" b="1"/>
              <a:t>Chapter 20</a:t>
            </a:r>
          </a:p>
          <a:p>
            <a:pPr eaLnBrk="1" fontAlgn="auto" hangingPunct="1">
              <a:spcAft>
                <a:spcPts val="0"/>
              </a:spcAft>
              <a:defRPr/>
            </a:pPr>
            <a:r>
              <a:rPr lang="en-US"/>
              <a:t>The Unified Modeling Language User Guide </a:t>
            </a:r>
          </a:p>
          <a:p>
            <a:pPr eaLnBrk="1" fontAlgn="auto" hangingPunct="1">
              <a:spcAft>
                <a:spcPts val="0"/>
              </a:spcAft>
              <a:defRPr/>
            </a:pPr>
            <a:r>
              <a:rPr lang="en-US"/>
              <a:t>SECOND EDITION </a:t>
            </a:r>
          </a:p>
          <a:p>
            <a:pPr eaLnBrk="1" fontAlgn="auto" hangingPunct="1">
              <a:spcAft>
                <a:spcPts val="0"/>
              </a:spcAft>
              <a:defRPr/>
            </a:pPr>
            <a:r>
              <a:rPr lang="en-US"/>
              <a:t>By Grady Booch, James Rumbaugh, Ivar Jacobson </a:t>
            </a:r>
          </a:p>
          <a:p>
            <a:pPr eaLnBrk="1" fontAlgn="auto" hangingPunct="1">
              <a:spcAft>
                <a:spcPts val="0"/>
              </a:spcAft>
              <a:defRPr/>
            </a:pPr>
            <a:endParaRPr lang="en-US"/>
          </a:p>
          <a:p>
            <a:pPr eaLnBrk="1" fontAlgn="auto" hangingPunct="1">
              <a:spcAft>
                <a:spcPts val="0"/>
              </a:spcAft>
              <a:defRPr/>
            </a:pPr>
            <a:r>
              <a:rPr lang="en-US" b="1"/>
              <a:t>Session 14</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27699CFA-4EA5-4640-9349-C55E03D6B8BF}"/>
              </a:ext>
            </a:extLst>
          </p:cNvPr>
          <p:cNvSpPr>
            <a:spLocks noGrp="1"/>
          </p:cNvSpPr>
          <p:nvPr>
            <p:ph type="title"/>
          </p:nvPr>
        </p:nvSpPr>
        <p:spPr/>
        <p:txBody>
          <a:bodyPr/>
          <a:lstStyle/>
          <a:p>
            <a:pPr eaLnBrk="1" hangingPunct="1"/>
            <a:r>
              <a:rPr lang="en-US" altLang="en-US">
                <a:cs typeface="Times New Roman" panose="02020603050405020304" pitchFamily="18" charset="0"/>
              </a:rPr>
              <a:t>Introduction</a:t>
            </a:r>
            <a:endParaRPr lang="en-US" altLang="en-US"/>
          </a:p>
        </p:txBody>
      </p:sp>
      <p:sp>
        <p:nvSpPr>
          <p:cNvPr id="4099" name="Content Placeholder 2">
            <a:extLst>
              <a:ext uri="{FF2B5EF4-FFF2-40B4-BE49-F238E27FC236}">
                <a16:creationId xmlns:a16="http://schemas.microsoft.com/office/drawing/2014/main" id="{64F5B2BF-63EE-4BA1-A39F-026BB542D677}"/>
              </a:ext>
            </a:extLst>
          </p:cNvPr>
          <p:cNvSpPr>
            <a:spLocks noGrp="1"/>
          </p:cNvSpPr>
          <p:nvPr>
            <p:ph idx="1"/>
          </p:nvPr>
        </p:nvSpPr>
        <p:spPr>
          <a:xfrm>
            <a:off x="914400" y="1661651"/>
            <a:ext cx="10967883" cy="4815349"/>
          </a:xfrm>
        </p:spPr>
        <p:txBody>
          <a:bodyPr>
            <a:normAutofit fontScale="85000" lnSpcReduction="20000"/>
          </a:bodyPr>
          <a:lstStyle/>
          <a:p>
            <a:pPr eaLnBrk="1" hangingPunct="1">
              <a:defRPr/>
            </a:pPr>
            <a:r>
              <a:rPr lang="en-US" dirty="0"/>
              <a:t>An activity diagram is essentially a </a:t>
            </a:r>
            <a:r>
              <a:rPr lang="en-US" b="1" dirty="0">
                <a:solidFill>
                  <a:srgbClr val="FF0000"/>
                </a:solidFill>
              </a:rPr>
              <a:t>flowchart</a:t>
            </a:r>
            <a:r>
              <a:rPr lang="en-US" dirty="0"/>
              <a:t>, showing flow of control from activity to activity. </a:t>
            </a:r>
          </a:p>
          <a:p>
            <a:pPr eaLnBrk="1" hangingPunct="1">
              <a:defRPr/>
            </a:pPr>
            <a:r>
              <a:rPr lang="en-US" dirty="0"/>
              <a:t>Unlike a traditional flowchart, an activity diagram shows </a:t>
            </a:r>
            <a:r>
              <a:rPr lang="en-US" b="1" u="sng" dirty="0">
                <a:solidFill>
                  <a:srgbClr val="FF0000"/>
                </a:solidFill>
              </a:rPr>
              <a:t>concurrency as well as branches of control.</a:t>
            </a:r>
            <a:endParaRPr lang="en-US" b="1" u="sng">
              <a:solidFill>
                <a:srgbClr val="FF0000"/>
              </a:solidFill>
              <a:ea typeface="Calibri"/>
              <a:cs typeface="Calibri"/>
            </a:endParaRPr>
          </a:p>
          <a:p>
            <a:pPr eaLnBrk="1" hangingPunct="1">
              <a:defRPr/>
            </a:pPr>
            <a:r>
              <a:rPr lang="en-US" dirty="0"/>
              <a:t>You use activity diagrams to model the dynamic aspects of a system. For the most part, this involves modeling the sequential and concurrent steps in a computational process. </a:t>
            </a:r>
            <a:endParaRPr lang="en-US" dirty="0">
              <a:ea typeface="Calibri"/>
              <a:cs typeface="Calibri"/>
            </a:endParaRPr>
          </a:p>
          <a:p>
            <a:pPr eaLnBrk="1" hangingPunct="1">
              <a:defRPr/>
            </a:pPr>
            <a:r>
              <a:rPr lang="en-US" altLang="en-US" b="1" dirty="0">
                <a:solidFill>
                  <a:srgbClr val="002060"/>
                </a:solidFill>
              </a:rPr>
              <a:t>An activity is a behavior that specifies the sequence of steps a computational process performs. </a:t>
            </a:r>
            <a:endParaRPr lang="en-US" altLang="en-US" b="1">
              <a:solidFill>
                <a:srgbClr val="002060"/>
              </a:solidFill>
              <a:ea typeface="Calibri"/>
              <a:cs typeface="Calibri"/>
            </a:endParaRPr>
          </a:p>
          <a:p>
            <a:pPr eaLnBrk="1" hangingPunct="1"/>
            <a:r>
              <a:rPr lang="en-US" altLang="en-US" dirty="0"/>
              <a:t>Behavioral thing that focuses on the flows among computational steps without regard to which object performs each step.</a:t>
            </a:r>
            <a:endParaRPr lang="en-US" altLang="en-US" dirty="0">
              <a:ea typeface="Calibri"/>
              <a:cs typeface="Calibri"/>
            </a:endParaRPr>
          </a:p>
          <a:p>
            <a:pPr eaLnBrk="1" hangingPunct="1"/>
            <a:r>
              <a:rPr lang="en-US" altLang="en-US" b="1" dirty="0">
                <a:solidFill>
                  <a:srgbClr val="002060"/>
                </a:solidFill>
              </a:rPr>
              <a:t>A step of an activity is called an action.</a:t>
            </a:r>
            <a:endParaRPr lang="en-US" b="1">
              <a:solidFill>
                <a:srgbClr val="002060"/>
              </a:solidFill>
              <a:ea typeface="Calibri"/>
              <a:cs typeface="Calibri"/>
            </a:endParaRPr>
          </a:p>
          <a:p>
            <a:pPr eaLnBrk="1" hangingPunct="1">
              <a:defRPr/>
            </a:pPr>
            <a:endParaRPr lang="en-US" altLang="en-US"/>
          </a:p>
          <a:p>
            <a:pPr eaLnBrk="1" hangingPunct="1">
              <a:defRPr/>
            </a:pPr>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FBAF9132-A616-4445-A07A-BDB051F02CDB}"/>
              </a:ext>
            </a:extLst>
          </p:cNvPr>
          <p:cNvSpPr>
            <a:spLocks noGrp="1"/>
          </p:cNvSpPr>
          <p:nvPr>
            <p:ph type="title"/>
          </p:nvPr>
        </p:nvSpPr>
        <p:spPr/>
        <p:txBody>
          <a:bodyPr/>
          <a:lstStyle/>
          <a:p>
            <a:r>
              <a:rPr lang="en-US" altLang="en-US"/>
              <a:t>Elements</a:t>
            </a:r>
          </a:p>
        </p:txBody>
      </p:sp>
      <p:sp>
        <p:nvSpPr>
          <p:cNvPr id="5123" name="Content Placeholder 2">
            <a:extLst>
              <a:ext uri="{FF2B5EF4-FFF2-40B4-BE49-F238E27FC236}">
                <a16:creationId xmlns:a16="http://schemas.microsoft.com/office/drawing/2014/main" id="{B13131F5-4D9D-4F03-AAC8-32B9D5684BAB}"/>
              </a:ext>
            </a:extLst>
          </p:cNvPr>
          <p:cNvSpPr>
            <a:spLocks noGrp="1"/>
          </p:cNvSpPr>
          <p:nvPr>
            <p:ph idx="1"/>
          </p:nvPr>
        </p:nvSpPr>
        <p:spPr/>
        <p:txBody>
          <a:bodyPr/>
          <a:lstStyle/>
          <a:p>
            <a:r>
              <a:rPr lang="en-US" altLang="en-US"/>
              <a:t>Activity diagrams commonly contain:</a:t>
            </a:r>
          </a:p>
          <a:p>
            <a:pPr lvl="1"/>
            <a:r>
              <a:rPr lang="en-US" altLang="en-US"/>
              <a:t>Actions</a:t>
            </a:r>
          </a:p>
          <a:p>
            <a:pPr lvl="1"/>
            <a:r>
              <a:rPr lang="en-US" altLang="en-US"/>
              <a:t>Activity nodes</a:t>
            </a:r>
          </a:p>
          <a:p>
            <a:pPr lvl="1"/>
            <a:r>
              <a:rPr lang="en-US" altLang="en-US"/>
              <a:t>Flows</a:t>
            </a:r>
          </a:p>
          <a:p>
            <a:pPr lvl="1"/>
            <a:r>
              <a:rPr lang="en-US" altLang="en-US"/>
              <a:t>Object values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diagram&#10;&#10;Description automatically generated">
            <a:extLst>
              <a:ext uri="{FF2B5EF4-FFF2-40B4-BE49-F238E27FC236}">
                <a16:creationId xmlns:a16="http://schemas.microsoft.com/office/drawing/2014/main" id="{66F7A26C-8A09-19CA-0227-3CDD4FEDFAC4}"/>
              </a:ext>
            </a:extLst>
          </p:cNvPr>
          <p:cNvPicPr>
            <a:picLocks noChangeAspect="1"/>
          </p:cNvPicPr>
          <p:nvPr/>
        </p:nvPicPr>
        <p:blipFill>
          <a:blip r:embed="rId2"/>
          <a:stretch>
            <a:fillRect/>
          </a:stretch>
        </p:blipFill>
        <p:spPr>
          <a:xfrm>
            <a:off x="1443038" y="702874"/>
            <a:ext cx="9757374" cy="5059751"/>
          </a:xfrm>
          <a:prstGeom prst="rect">
            <a:avLst/>
          </a:prstGeom>
        </p:spPr>
      </p:pic>
    </p:spTree>
    <p:extLst>
      <p:ext uri="{BB962C8B-B14F-4D97-AF65-F5344CB8AC3E}">
        <p14:creationId xmlns:p14="http://schemas.microsoft.com/office/powerpoint/2010/main" val="1515580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8717EE8D-1E42-4248-A5C7-A748B2845C25}"/>
              </a:ext>
            </a:extLst>
          </p:cNvPr>
          <p:cNvSpPr>
            <a:spLocks noGrp="1"/>
          </p:cNvSpPr>
          <p:nvPr>
            <p:ph type="title"/>
          </p:nvPr>
        </p:nvSpPr>
        <p:spPr/>
        <p:txBody>
          <a:bodyPr/>
          <a:lstStyle/>
          <a:p>
            <a:r>
              <a:rPr lang="en-US" altLang="en-US"/>
              <a:t>Actions and Activity Nodes</a:t>
            </a:r>
          </a:p>
        </p:txBody>
      </p:sp>
      <p:sp>
        <p:nvSpPr>
          <p:cNvPr id="6147" name="Content Placeholder 2">
            <a:extLst>
              <a:ext uri="{FF2B5EF4-FFF2-40B4-BE49-F238E27FC236}">
                <a16:creationId xmlns:a16="http://schemas.microsoft.com/office/drawing/2014/main" id="{F5237EDD-DFBD-487F-801A-FE8F1509B443}"/>
              </a:ext>
            </a:extLst>
          </p:cNvPr>
          <p:cNvSpPr>
            <a:spLocks noGrp="1"/>
          </p:cNvSpPr>
          <p:nvPr>
            <p:ph idx="1"/>
          </p:nvPr>
        </p:nvSpPr>
        <p:spPr/>
        <p:txBody>
          <a:bodyPr/>
          <a:lstStyle/>
          <a:p>
            <a:r>
              <a:rPr lang="en-US" altLang="en-US" sz="2400"/>
              <a:t>Actions: Atomic computations are called actions, like, call an operation on an object, send a signal to an object, or even create or destroy an object. Actions can't be decomposed (actions are atomic), meaning you can't execute part of an action; either it executes completely or not at all.</a:t>
            </a:r>
          </a:p>
        </p:txBody>
      </p:sp>
      <p:pic>
        <p:nvPicPr>
          <p:cNvPr id="6148" name="Picture 5">
            <a:extLst>
              <a:ext uri="{FF2B5EF4-FFF2-40B4-BE49-F238E27FC236}">
                <a16:creationId xmlns:a16="http://schemas.microsoft.com/office/drawing/2014/main" id="{58910623-AB02-45AF-AD65-0481FD7AB67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13000" y="3608388"/>
            <a:ext cx="6845300" cy="273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823A3A50-B1CF-4A4D-8449-956B6A2D3CF6}"/>
              </a:ext>
            </a:extLst>
          </p:cNvPr>
          <p:cNvSpPr>
            <a:spLocks noGrp="1"/>
          </p:cNvSpPr>
          <p:nvPr>
            <p:ph type="title"/>
          </p:nvPr>
        </p:nvSpPr>
        <p:spPr/>
        <p:txBody>
          <a:bodyPr/>
          <a:lstStyle/>
          <a:p>
            <a:r>
              <a:rPr lang="en-US" altLang="en-US"/>
              <a:t>Actions and Activity Nodes</a:t>
            </a:r>
          </a:p>
        </p:txBody>
      </p:sp>
      <p:sp>
        <p:nvSpPr>
          <p:cNvPr id="7171" name="Content Placeholder 2">
            <a:extLst>
              <a:ext uri="{FF2B5EF4-FFF2-40B4-BE49-F238E27FC236}">
                <a16:creationId xmlns:a16="http://schemas.microsoft.com/office/drawing/2014/main" id="{341B6DA7-3B54-44FD-81D0-032BB04F9D48}"/>
              </a:ext>
            </a:extLst>
          </p:cNvPr>
          <p:cNvSpPr>
            <a:spLocks noGrp="1"/>
          </p:cNvSpPr>
          <p:nvPr>
            <p:ph idx="1"/>
          </p:nvPr>
        </p:nvSpPr>
        <p:spPr>
          <a:xfrm>
            <a:off x="457200" y="1689101"/>
            <a:ext cx="11353800" cy="4437063"/>
          </a:xfrm>
        </p:spPr>
        <p:txBody>
          <a:bodyPr/>
          <a:lstStyle/>
          <a:p>
            <a:r>
              <a:rPr lang="en-US" altLang="en-US" dirty="0"/>
              <a:t>Activity: An activity node is an </a:t>
            </a:r>
            <a:r>
              <a:rPr lang="en-US" altLang="en-US" b="1" dirty="0">
                <a:solidFill>
                  <a:srgbClr val="C00000"/>
                </a:solidFill>
              </a:rPr>
              <a:t>organizational unit</a:t>
            </a:r>
            <a:r>
              <a:rPr lang="en-US" altLang="en-US" dirty="0"/>
              <a:t> within an activity. In general, activity nodes are nested groupings of actions or other nested activity nodes. Like, evaluate some expression that sets the value of an attribute or that returns some value.</a:t>
            </a:r>
          </a:p>
        </p:txBody>
      </p:sp>
      <p:pic>
        <p:nvPicPr>
          <p:cNvPr id="7172" name="Picture 3">
            <a:extLst>
              <a:ext uri="{FF2B5EF4-FFF2-40B4-BE49-F238E27FC236}">
                <a16:creationId xmlns:a16="http://schemas.microsoft.com/office/drawing/2014/main" id="{58F872A6-3F19-4B95-9E8D-D32EC31E0DB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5029201"/>
            <a:ext cx="4711700"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FF50EF2B-8B2D-49F7-9C7E-ECEC3330719A}"/>
              </a:ext>
            </a:extLst>
          </p:cNvPr>
          <p:cNvSpPr>
            <a:spLocks noGrp="1"/>
          </p:cNvSpPr>
          <p:nvPr>
            <p:ph type="title"/>
          </p:nvPr>
        </p:nvSpPr>
        <p:spPr/>
        <p:txBody>
          <a:bodyPr/>
          <a:lstStyle/>
          <a:p>
            <a:r>
              <a:rPr lang="en-US" altLang="en-US"/>
              <a:t>Control Flow</a:t>
            </a:r>
          </a:p>
        </p:txBody>
      </p:sp>
      <p:sp>
        <p:nvSpPr>
          <p:cNvPr id="8195" name="Content Placeholder 2">
            <a:extLst>
              <a:ext uri="{FF2B5EF4-FFF2-40B4-BE49-F238E27FC236}">
                <a16:creationId xmlns:a16="http://schemas.microsoft.com/office/drawing/2014/main" id="{87EC103F-AC62-4471-9CBC-718026630A59}"/>
              </a:ext>
            </a:extLst>
          </p:cNvPr>
          <p:cNvSpPr>
            <a:spLocks noGrp="1"/>
          </p:cNvSpPr>
          <p:nvPr>
            <p:ph idx="1"/>
          </p:nvPr>
        </p:nvSpPr>
        <p:spPr/>
        <p:txBody>
          <a:bodyPr/>
          <a:lstStyle/>
          <a:p>
            <a:r>
              <a:rPr lang="en-US" altLang="en-US"/>
              <a:t>Control Flow: A flow is represented as a simple arrow from the predecessor action to its successor, without an event label. A flow of control has to </a:t>
            </a:r>
            <a:r>
              <a:rPr lang="en-US" altLang="en-US" b="1" u="sng"/>
              <a:t>start</a:t>
            </a:r>
            <a:r>
              <a:rPr lang="en-US" altLang="en-US"/>
              <a:t> and </a:t>
            </a:r>
            <a:r>
              <a:rPr lang="en-US" altLang="en-US" b="1" u="sng"/>
              <a:t>end</a:t>
            </a:r>
            <a:r>
              <a:rPr lang="en-US" altLang="en-US"/>
              <a:t> someplace. </a:t>
            </a:r>
          </a:p>
        </p:txBody>
      </p:sp>
      <p:pic>
        <p:nvPicPr>
          <p:cNvPr id="8196" name="Picture 3">
            <a:extLst>
              <a:ext uri="{FF2B5EF4-FFF2-40B4-BE49-F238E27FC236}">
                <a16:creationId xmlns:a16="http://schemas.microsoft.com/office/drawing/2014/main" id="{77A1F318-0D5F-4B07-BCE2-B0A2459BE2B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44825" y="3424239"/>
            <a:ext cx="5353050" cy="298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99B106EC-29A1-46BB-8EA6-07BDCC078027}"/>
              </a:ext>
            </a:extLst>
          </p:cNvPr>
          <p:cNvSpPr>
            <a:spLocks noGrp="1"/>
          </p:cNvSpPr>
          <p:nvPr>
            <p:ph type="title"/>
          </p:nvPr>
        </p:nvSpPr>
        <p:spPr/>
        <p:txBody>
          <a:bodyPr/>
          <a:lstStyle/>
          <a:p>
            <a:r>
              <a:rPr lang="en-US" altLang="en-US"/>
              <a:t>Guard condition and decision</a:t>
            </a:r>
          </a:p>
        </p:txBody>
      </p:sp>
      <p:sp>
        <p:nvSpPr>
          <p:cNvPr id="9219" name="Content Placeholder 2">
            <a:extLst>
              <a:ext uri="{FF2B5EF4-FFF2-40B4-BE49-F238E27FC236}">
                <a16:creationId xmlns:a16="http://schemas.microsoft.com/office/drawing/2014/main" id="{24FB25EA-2460-4DCA-85BB-B251B45C7DA9}"/>
              </a:ext>
            </a:extLst>
          </p:cNvPr>
          <p:cNvSpPr>
            <a:spLocks noGrp="1"/>
          </p:cNvSpPr>
          <p:nvPr>
            <p:ph idx="1"/>
          </p:nvPr>
        </p:nvSpPr>
        <p:spPr/>
        <p:txBody>
          <a:bodyPr/>
          <a:lstStyle/>
          <a:p>
            <a:r>
              <a:rPr lang="en-US" altLang="en-US"/>
              <a:t>Guard Condition:</a:t>
            </a:r>
          </a:p>
          <a:p>
            <a:endParaRPr lang="en-US" altLang="en-US"/>
          </a:p>
          <a:p>
            <a:r>
              <a:rPr lang="en-US" altLang="en-US"/>
              <a:t>Decision: (One incoming and multiple alternate outgoing )</a:t>
            </a:r>
          </a:p>
        </p:txBody>
      </p:sp>
      <p:pic>
        <p:nvPicPr>
          <p:cNvPr id="9220" name="Picture 4">
            <a:extLst>
              <a:ext uri="{FF2B5EF4-FFF2-40B4-BE49-F238E27FC236}">
                <a16:creationId xmlns:a16="http://schemas.microsoft.com/office/drawing/2014/main" id="{FE6EDEBF-8481-40CB-B1E4-B725BFFD74D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76539" y="3594100"/>
            <a:ext cx="6607175" cy="325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Picture 5">
            <a:extLst>
              <a:ext uri="{FF2B5EF4-FFF2-40B4-BE49-F238E27FC236}">
                <a16:creationId xmlns:a16="http://schemas.microsoft.com/office/drawing/2014/main" id="{54497E32-481A-48B6-99B2-EA88A7E836E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614738" y="2284414"/>
            <a:ext cx="4983162"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CEA8A20B-F846-440C-9CC4-0C98829CC96C}"/>
              </a:ext>
            </a:extLst>
          </p:cNvPr>
          <p:cNvSpPr>
            <a:spLocks noGrp="1"/>
          </p:cNvSpPr>
          <p:nvPr>
            <p:ph type="title"/>
          </p:nvPr>
        </p:nvSpPr>
        <p:spPr/>
        <p:txBody>
          <a:bodyPr/>
          <a:lstStyle/>
          <a:p>
            <a:r>
              <a:rPr lang="en-US" altLang="en-US"/>
              <a:t>Merge Point, Start and End</a:t>
            </a:r>
          </a:p>
        </p:txBody>
      </p:sp>
      <p:sp>
        <p:nvSpPr>
          <p:cNvPr id="10243" name="Content Placeholder 2">
            <a:extLst>
              <a:ext uri="{FF2B5EF4-FFF2-40B4-BE49-F238E27FC236}">
                <a16:creationId xmlns:a16="http://schemas.microsoft.com/office/drawing/2014/main" id="{8406BAEB-F957-486F-8B92-F3F344C72D6F}"/>
              </a:ext>
            </a:extLst>
          </p:cNvPr>
          <p:cNvSpPr>
            <a:spLocks noGrp="1"/>
          </p:cNvSpPr>
          <p:nvPr>
            <p:ph idx="1"/>
          </p:nvPr>
        </p:nvSpPr>
        <p:spPr/>
        <p:txBody>
          <a:bodyPr/>
          <a:lstStyle/>
          <a:p>
            <a:r>
              <a:rPr lang="en-US" altLang="en-US"/>
              <a:t>Merge Point: (Multiple alternate incoming and one outgoing )</a:t>
            </a:r>
          </a:p>
          <a:p>
            <a:endParaRPr lang="en-US" altLang="en-US"/>
          </a:p>
          <a:p>
            <a:endParaRPr lang="en-US" altLang="en-US"/>
          </a:p>
          <a:p>
            <a:r>
              <a:rPr lang="en-US" altLang="en-US"/>
              <a:t>Start and End (must be present in activity diagram):</a:t>
            </a:r>
          </a:p>
          <a:p>
            <a:endParaRPr lang="en-US" altLang="en-US"/>
          </a:p>
        </p:txBody>
      </p:sp>
      <p:pic>
        <p:nvPicPr>
          <p:cNvPr id="10244" name="Picture 1">
            <a:extLst>
              <a:ext uri="{FF2B5EF4-FFF2-40B4-BE49-F238E27FC236}">
                <a16:creationId xmlns:a16="http://schemas.microsoft.com/office/drawing/2014/main" id="{F7F0F42D-E7DF-4F79-8874-5F792035320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146676" y="2259012"/>
            <a:ext cx="2930525" cy="941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5" name="Picture 2">
            <a:extLst>
              <a:ext uri="{FF2B5EF4-FFF2-40B4-BE49-F238E27FC236}">
                <a16:creationId xmlns:a16="http://schemas.microsoft.com/office/drawing/2014/main" id="{9A4E45D9-AE54-48F4-A659-19A28F92EAA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998914" y="4648201"/>
            <a:ext cx="4194175"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7AB0062C-8BD5-492F-A9E3-83E41633FCD1}"/>
              </a:ext>
            </a:extLst>
          </p:cNvPr>
          <p:cNvSpPr>
            <a:spLocks noGrp="1"/>
          </p:cNvSpPr>
          <p:nvPr>
            <p:ph type="title"/>
          </p:nvPr>
        </p:nvSpPr>
        <p:spPr/>
        <p:txBody>
          <a:bodyPr/>
          <a:lstStyle/>
          <a:p>
            <a:r>
              <a:rPr lang="en-US" altLang="en-US"/>
              <a:t>Concurrency</a:t>
            </a:r>
          </a:p>
        </p:txBody>
      </p:sp>
      <p:sp>
        <p:nvSpPr>
          <p:cNvPr id="11267" name="Content Placeholder 2">
            <a:extLst>
              <a:ext uri="{FF2B5EF4-FFF2-40B4-BE49-F238E27FC236}">
                <a16:creationId xmlns:a16="http://schemas.microsoft.com/office/drawing/2014/main" id="{21D61C9B-9CBD-416F-B16B-4E270C8172BF}"/>
              </a:ext>
            </a:extLst>
          </p:cNvPr>
          <p:cNvSpPr>
            <a:spLocks noGrp="1"/>
          </p:cNvSpPr>
          <p:nvPr>
            <p:ph idx="1"/>
          </p:nvPr>
        </p:nvSpPr>
        <p:spPr>
          <a:xfrm>
            <a:off x="625033" y="1455256"/>
            <a:ext cx="10972800" cy="4525963"/>
          </a:xfrm>
        </p:spPr>
        <p:txBody>
          <a:bodyPr>
            <a:normAutofit/>
          </a:bodyPr>
          <a:lstStyle/>
          <a:p>
            <a:r>
              <a:rPr lang="en-US" altLang="en-US" sz="2400"/>
              <a:t>Forking and Synchronization: Number of outgoing concurrent flows out of a forking must match with the number of incoming concurrent flows in its respective synchronization (joining).</a:t>
            </a:r>
          </a:p>
          <a:p>
            <a:r>
              <a:rPr lang="en-US" altLang="en-US" sz="2400"/>
              <a:t>Forking: (One incoming and multiple parallel outgoing)</a:t>
            </a:r>
          </a:p>
          <a:p>
            <a:r>
              <a:rPr lang="en-US" altLang="en-US" sz="2400"/>
              <a:t>Synchronization/ Joining: (Multiple parallel incoming and one outgoing )</a:t>
            </a:r>
          </a:p>
        </p:txBody>
      </p:sp>
      <p:pic>
        <p:nvPicPr>
          <p:cNvPr id="11268" name="Picture 3">
            <a:extLst>
              <a:ext uri="{FF2B5EF4-FFF2-40B4-BE49-F238E27FC236}">
                <a16:creationId xmlns:a16="http://schemas.microsoft.com/office/drawing/2014/main" id="{6489C640-13C5-4502-A556-686BA79FA57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88380" y="4114800"/>
            <a:ext cx="4702755" cy="2073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9" name="Picture 4">
            <a:extLst>
              <a:ext uri="{FF2B5EF4-FFF2-40B4-BE49-F238E27FC236}">
                <a16:creationId xmlns:a16="http://schemas.microsoft.com/office/drawing/2014/main" id="{72D8B018-E226-4278-8E0F-A74CF830D4C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111433" y="4148559"/>
            <a:ext cx="5600608" cy="1912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066D2D94-4904-4B93-8A21-6EB2F3DE559C}"/>
              </a:ext>
            </a:extLst>
          </p:cNvPr>
          <p:cNvSpPr>
            <a:spLocks noGrp="1"/>
          </p:cNvSpPr>
          <p:nvPr>
            <p:ph type="title"/>
          </p:nvPr>
        </p:nvSpPr>
        <p:spPr/>
        <p:txBody>
          <a:bodyPr/>
          <a:lstStyle/>
          <a:p>
            <a:r>
              <a:rPr lang="en-US" altLang="en-US"/>
              <a:t>Concurrency (Example)</a:t>
            </a:r>
          </a:p>
        </p:txBody>
      </p:sp>
      <p:pic>
        <p:nvPicPr>
          <p:cNvPr id="12292" name="Picture 3">
            <a:extLst>
              <a:ext uri="{FF2B5EF4-FFF2-40B4-BE49-F238E27FC236}">
                <a16:creationId xmlns:a16="http://schemas.microsoft.com/office/drawing/2014/main" id="{37124881-096C-4C12-B8A3-BC5683931DF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479800" y="2019301"/>
            <a:ext cx="5232400" cy="410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BEC65B3C-3F52-49CB-BFB6-34992B04BE8A}"/>
              </a:ext>
            </a:extLst>
          </p:cNvPr>
          <p:cNvSpPr>
            <a:spLocks noGrp="1"/>
          </p:cNvSpPr>
          <p:nvPr>
            <p:ph type="title"/>
          </p:nvPr>
        </p:nvSpPr>
        <p:spPr/>
        <p:txBody>
          <a:bodyPr/>
          <a:lstStyle/>
          <a:p>
            <a:r>
              <a:rPr lang="en-US" altLang="en-US"/>
              <a:t>Swimlane</a:t>
            </a:r>
          </a:p>
        </p:txBody>
      </p:sp>
      <p:sp>
        <p:nvSpPr>
          <p:cNvPr id="13315" name="Content Placeholder 2">
            <a:extLst>
              <a:ext uri="{FF2B5EF4-FFF2-40B4-BE49-F238E27FC236}">
                <a16:creationId xmlns:a16="http://schemas.microsoft.com/office/drawing/2014/main" id="{E960C322-0652-4DFD-BA1C-742D7625057E}"/>
              </a:ext>
            </a:extLst>
          </p:cNvPr>
          <p:cNvSpPr>
            <a:spLocks noGrp="1"/>
          </p:cNvSpPr>
          <p:nvPr>
            <p:ph idx="1"/>
          </p:nvPr>
        </p:nvSpPr>
        <p:spPr/>
        <p:txBody>
          <a:bodyPr/>
          <a:lstStyle/>
          <a:p>
            <a:r>
              <a:rPr lang="en-US" altLang="en-US" dirty="0"/>
              <a:t>Swimlane: Modeling workflows of business processes, to </a:t>
            </a:r>
            <a:r>
              <a:rPr lang="en-US" altLang="en-US" b="1" u="sng" dirty="0">
                <a:solidFill>
                  <a:srgbClr val="C00000"/>
                </a:solidFill>
              </a:rPr>
              <a:t>partition the activity states</a:t>
            </a:r>
            <a:r>
              <a:rPr lang="en-US" altLang="en-US" dirty="0"/>
              <a:t> on an activity diagram into groups, each group representing the business organization responsible for those activities. Each </a:t>
            </a:r>
            <a:r>
              <a:rPr lang="en-US" altLang="en-US" err="1"/>
              <a:t>swimlane</a:t>
            </a:r>
            <a:r>
              <a:rPr lang="en-US" altLang="en-US" dirty="0"/>
              <a:t> has a name unique within its diagram. A </a:t>
            </a:r>
            <a:r>
              <a:rPr lang="en-US" altLang="en-US" err="1"/>
              <a:t>swimlane</a:t>
            </a:r>
            <a:r>
              <a:rPr lang="en-US" altLang="en-US" dirty="0"/>
              <a:t> really has no deep semantics, except that it may represent some real-world entity, such as an organizational unit of a company.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61C1541C-C803-4494-B503-73C9044298FE}"/>
              </a:ext>
            </a:extLst>
          </p:cNvPr>
          <p:cNvSpPr>
            <a:spLocks noGrp="1"/>
          </p:cNvSpPr>
          <p:nvPr>
            <p:ph type="title"/>
          </p:nvPr>
        </p:nvSpPr>
        <p:spPr>
          <a:xfrm>
            <a:off x="6997700" y="-4762"/>
            <a:ext cx="4584700" cy="1155700"/>
          </a:xfrm>
        </p:spPr>
        <p:txBody>
          <a:bodyPr/>
          <a:lstStyle/>
          <a:p>
            <a:r>
              <a:rPr lang="en-US" altLang="en-US"/>
              <a:t>Swimlane (Example)</a:t>
            </a:r>
          </a:p>
        </p:txBody>
      </p:sp>
      <p:pic>
        <p:nvPicPr>
          <p:cNvPr id="14339" name="Content Placeholder 1">
            <a:extLst>
              <a:ext uri="{FF2B5EF4-FFF2-40B4-BE49-F238E27FC236}">
                <a16:creationId xmlns:a16="http://schemas.microsoft.com/office/drawing/2014/main" id="{80893414-EFA6-48DE-A55E-FC407F25E37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85789" y="241301"/>
            <a:ext cx="6410325" cy="6380163"/>
          </a:xfr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0BC2F125-7745-4BB9-AEB2-3D6E974E275B}"/>
              </a:ext>
            </a:extLst>
          </p:cNvPr>
          <p:cNvSpPr>
            <a:spLocks noGrp="1"/>
          </p:cNvSpPr>
          <p:nvPr>
            <p:ph type="title"/>
          </p:nvPr>
        </p:nvSpPr>
        <p:spPr/>
        <p:txBody>
          <a:bodyPr/>
          <a:lstStyle/>
          <a:p>
            <a:r>
              <a:rPr lang="en-US" altLang="en-US"/>
              <a:t>Object Flow</a:t>
            </a:r>
          </a:p>
        </p:txBody>
      </p:sp>
      <p:sp>
        <p:nvSpPr>
          <p:cNvPr id="15363" name="Content Placeholder 2">
            <a:extLst>
              <a:ext uri="{FF2B5EF4-FFF2-40B4-BE49-F238E27FC236}">
                <a16:creationId xmlns:a16="http://schemas.microsoft.com/office/drawing/2014/main" id="{05CFB811-CBFF-4F73-A8C0-8D7519F6898F}"/>
              </a:ext>
            </a:extLst>
          </p:cNvPr>
          <p:cNvSpPr>
            <a:spLocks noGrp="1"/>
          </p:cNvSpPr>
          <p:nvPr>
            <p:ph idx="1"/>
          </p:nvPr>
        </p:nvSpPr>
        <p:spPr>
          <a:xfrm>
            <a:off x="609600" y="1417637"/>
            <a:ext cx="10972800" cy="4525963"/>
          </a:xfrm>
        </p:spPr>
        <p:txBody>
          <a:bodyPr/>
          <a:lstStyle/>
          <a:p>
            <a:r>
              <a:rPr lang="en-US" altLang="en-US" sz="2000"/>
              <a:t>Objects may be involved in the control flow associated with an activity. Usually how the </a:t>
            </a:r>
            <a:r>
              <a:rPr lang="en-US" altLang="en-US" sz="2000" b="1"/>
              <a:t>state of object changes </a:t>
            </a:r>
            <a:r>
              <a:rPr lang="en-US" altLang="en-US" sz="2000"/>
              <a:t>is shown with object flow.</a:t>
            </a:r>
          </a:p>
        </p:txBody>
      </p:sp>
      <p:pic>
        <p:nvPicPr>
          <p:cNvPr id="15364" name="Picture 1">
            <a:extLst>
              <a:ext uri="{FF2B5EF4-FFF2-40B4-BE49-F238E27FC236}">
                <a16:creationId xmlns:a16="http://schemas.microsoft.com/office/drawing/2014/main" id="{8372E4C4-DDFB-429A-AB5C-A613BA67AAC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648075" y="2362200"/>
            <a:ext cx="4895850" cy="428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501</Words>
  <Application>Microsoft Office PowerPoint</Application>
  <PresentationFormat>Widescreen</PresentationFormat>
  <Paragraphs>45</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Lecture 5 Activity Diagram</vt:lpstr>
      <vt:lpstr>Introduction</vt:lpstr>
      <vt:lpstr>Elements</vt:lpstr>
      <vt:lpstr>PowerPoint Presentation</vt:lpstr>
      <vt:lpstr>Actions and Activity Nodes</vt:lpstr>
      <vt:lpstr>Actions and Activity Nodes</vt:lpstr>
      <vt:lpstr>Control Flow</vt:lpstr>
      <vt:lpstr>Guard condition and decision</vt:lpstr>
      <vt:lpstr>Merge Point, Start and End</vt:lpstr>
      <vt:lpstr>Concurrency</vt:lpstr>
      <vt:lpstr>Concurrency (Example)</vt:lpstr>
      <vt:lpstr>Swimlane</vt:lpstr>
      <vt:lpstr>Swimlane (Example)</vt:lpstr>
      <vt:lpstr>Object Flow</vt:lpstr>
    </vt:vector>
  </TitlesOfParts>
  <Company>AIUB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Introducing the UML</dc:title>
  <dc:creator>Manzur</dc:creator>
  <cp:lastModifiedBy>Mohaimen-Bin-Noor</cp:lastModifiedBy>
  <cp:revision>111</cp:revision>
  <dcterms:created xsi:type="dcterms:W3CDTF">2010-05-25T07:05:39Z</dcterms:created>
  <dcterms:modified xsi:type="dcterms:W3CDTF">2025-03-01T10:21:37Z</dcterms:modified>
</cp:coreProperties>
</file>