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14"/>
  </p:handoutMasterIdLst>
  <p:sldIdLst>
    <p:sldId id="256" r:id="rId2"/>
    <p:sldId id="257" r:id="rId3"/>
    <p:sldId id="258" r:id="rId4"/>
    <p:sldId id="267" r:id="rId5"/>
    <p:sldId id="259" r:id="rId6"/>
    <p:sldId id="260" r:id="rId7"/>
    <p:sldId id="261" r:id="rId8"/>
    <p:sldId id="262" r:id="rId9"/>
    <p:sldId id="263" r:id="rId10"/>
    <p:sldId id="264" r:id="rId11"/>
    <p:sldId id="266" r:id="rId12"/>
    <p:sldId id="265" r:id="rId13"/>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944" autoAdjust="0"/>
    <p:restoredTop sz="94660"/>
  </p:normalViewPr>
  <p:slideViewPr>
    <p:cSldViewPr>
      <p:cViewPr varScale="1">
        <p:scale>
          <a:sx n="60" d="100"/>
          <a:sy n="60" d="100"/>
        </p:scale>
        <p:origin x="1072" y="44"/>
      </p:cViewPr>
      <p:guideLst>
        <p:guide orient="horz" pos="2160"/>
        <p:guide pos="3840"/>
      </p:guideLst>
    </p:cSldViewPr>
  </p:slideViewPr>
  <p:notesTextViewPr>
    <p:cViewPr>
      <p:scale>
        <a:sx n="3" d="2"/>
        <a:sy n="3" d="2"/>
      </p:scale>
      <p:origin x="0" y="0"/>
    </p:cViewPr>
  </p:notesTextViewPr>
  <p:notesViewPr>
    <p:cSldViewPr>
      <p:cViewPr varScale="1">
        <p:scale>
          <a:sx n="56" d="100"/>
          <a:sy n="56" d="100"/>
        </p:scale>
        <p:origin x="-2544" y="-96"/>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6E28D78-CA52-43F6-9F36-36F8939592DB}"/>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a:p>
        </p:txBody>
      </p:sp>
      <p:sp>
        <p:nvSpPr>
          <p:cNvPr id="3" name="Date Placeholder 2">
            <a:extLst>
              <a:ext uri="{FF2B5EF4-FFF2-40B4-BE49-F238E27FC236}">
                <a16:creationId xmlns:a16="http://schemas.microsoft.com/office/drawing/2014/main" id="{46BDC329-DA5B-436E-A1EF-C338393FF2E2}"/>
              </a:ext>
            </a:extLst>
          </p:cNvPr>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FA0D5942-A6CD-4573-A760-1C2203BB3226}" type="datetimeFigureOut">
              <a:rPr lang="en-US"/>
              <a:pPr>
                <a:defRPr/>
              </a:pPr>
              <a:t>3/1/2025</a:t>
            </a:fld>
            <a:endParaRPr lang="en-US"/>
          </a:p>
        </p:txBody>
      </p:sp>
      <p:sp>
        <p:nvSpPr>
          <p:cNvPr id="4" name="Footer Placeholder 3">
            <a:extLst>
              <a:ext uri="{FF2B5EF4-FFF2-40B4-BE49-F238E27FC236}">
                <a16:creationId xmlns:a16="http://schemas.microsoft.com/office/drawing/2014/main" id="{0F282E39-412D-46B1-B63F-7CCCFD35A7A1}"/>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a:p>
        </p:txBody>
      </p:sp>
      <p:sp>
        <p:nvSpPr>
          <p:cNvPr id="5" name="Slide Number Placeholder 4">
            <a:extLst>
              <a:ext uri="{FF2B5EF4-FFF2-40B4-BE49-F238E27FC236}">
                <a16:creationId xmlns:a16="http://schemas.microsoft.com/office/drawing/2014/main" id="{A3595F43-CFC5-48B9-AA3E-6DC5F5FB708C}"/>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454A0B40-A6CD-4315-B65C-4D0E4926CEA1}" type="slidenum">
              <a:rPr lang="en-US"/>
              <a:pPr>
                <a:defRPr/>
              </a:pPr>
              <a:t>‹#›</a:t>
            </a:fld>
            <a:endParaRPr 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A7A80C9C-6B26-4D04-AE9A-D4814F6392B4}"/>
              </a:ext>
            </a:extLst>
          </p:cNvPr>
          <p:cNvSpPr>
            <a:spLocks noGrp="1"/>
          </p:cNvSpPr>
          <p:nvPr>
            <p:ph type="dt" sz="half" idx="10"/>
          </p:nvPr>
        </p:nvSpPr>
        <p:spPr/>
        <p:txBody>
          <a:bodyPr/>
          <a:lstStyle>
            <a:lvl1pPr>
              <a:defRPr/>
            </a:lvl1pPr>
          </a:lstStyle>
          <a:p>
            <a:pPr>
              <a:defRPr/>
            </a:pPr>
            <a:fld id="{A551E5AD-399B-4FFC-9A0D-2C18EA746D76}" type="datetimeFigureOut">
              <a:rPr lang="en-US"/>
              <a:pPr>
                <a:defRPr/>
              </a:pPr>
              <a:t>3/1/2025</a:t>
            </a:fld>
            <a:endParaRPr lang="en-US"/>
          </a:p>
        </p:txBody>
      </p:sp>
      <p:sp>
        <p:nvSpPr>
          <p:cNvPr id="5" name="Footer Placeholder 4">
            <a:extLst>
              <a:ext uri="{FF2B5EF4-FFF2-40B4-BE49-F238E27FC236}">
                <a16:creationId xmlns:a16="http://schemas.microsoft.com/office/drawing/2014/main" id="{3F3EF6B0-2C79-4290-9F23-37FC45521A8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7A47D6F-74CE-4FF9-976A-3A24E53C2349}"/>
              </a:ext>
            </a:extLst>
          </p:cNvPr>
          <p:cNvSpPr>
            <a:spLocks noGrp="1"/>
          </p:cNvSpPr>
          <p:nvPr>
            <p:ph type="sldNum" sz="quarter" idx="12"/>
          </p:nvPr>
        </p:nvSpPr>
        <p:spPr/>
        <p:txBody>
          <a:bodyPr/>
          <a:lstStyle>
            <a:lvl1pPr>
              <a:defRPr/>
            </a:lvl1pPr>
          </a:lstStyle>
          <a:p>
            <a:pPr>
              <a:defRPr/>
            </a:pPr>
            <a:fld id="{3C1F4D5D-3FBF-4C8E-995E-2EE239ACDC58}" type="slidenum">
              <a:rPr lang="en-US"/>
              <a:pPr>
                <a:defRPr/>
              </a:pPr>
              <a:t>‹#›</a:t>
            </a:fld>
            <a:endParaRPr lang="en-US"/>
          </a:p>
        </p:txBody>
      </p:sp>
    </p:spTree>
    <p:extLst>
      <p:ext uri="{BB962C8B-B14F-4D97-AF65-F5344CB8AC3E}">
        <p14:creationId xmlns:p14="http://schemas.microsoft.com/office/powerpoint/2010/main" val="14542762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B71A06-E052-47E6-9394-449A83F83D04}"/>
              </a:ext>
            </a:extLst>
          </p:cNvPr>
          <p:cNvSpPr>
            <a:spLocks noGrp="1"/>
          </p:cNvSpPr>
          <p:nvPr>
            <p:ph type="dt" sz="half" idx="10"/>
          </p:nvPr>
        </p:nvSpPr>
        <p:spPr/>
        <p:txBody>
          <a:bodyPr/>
          <a:lstStyle>
            <a:lvl1pPr>
              <a:defRPr/>
            </a:lvl1pPr>
          </a:lstStyle>
          <a:p>
            <a:pPr>
              <a:defRPr/>
            </a:pPr>
            <a:fld id="{CDBECA49-02E6-4F12-912E-B5AA2781786C}" type="datetimeFigureOut">
              <a:rPr lang="en-US"/>
              <a:pPr>
                <a:defRPr/>
              </a:pPr>
              <a:t>3/1/2025</a:t>
            </a:fld>
            <a:endParaRPr lang="en-US"/>
          </a:p>
        </p:txBody>
      </p:sp>
      <p:sp>
        <p:nvSpPr>
          <p:cNvPr id="5" name="Footer Placeholder 4">
            <a:extLst>
              <a:ext uri="{FF2B5EF4-FFF2-40B4-BE49-F238E27FC236}">
                <a16:creationId xmlns:a16="http://schemas.microsoft.com/office/drawing/2014/main" id="{639B2344-57D9-4E1C-9BB6-7EEED7642D0F}"/>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648F04D-EC38-4910-B797-E0AD9D81F140}"/>
              </a:ext>
            </a:extLst>
          </p:cNvPr>
          <p:cNvSpPr>
            <a:spLocks noGrp="1"/>
          </p:cNvSpPr>
          <p:nvPr>
            <p:ph type="sldNum" sz="quarter" idx="12"/>
          </p:nvPr>
        </p:nvSpPr>
        <p:spPr/>
        <p:txBody>
          <a:bodyPr/>
          <a:lstStyle>
            <a:lvl1pPr>
              <a:defRPr/>
            </a:lvl1pPr>
          </a:lstStyle>
          <a:p>
            <a:pPr>
              <a:defRPr/>
            </a:pPr>
            <a:fld id="{F4B8DB74-8CD2-4200-BFA1-383E3665D62A}" type="slidenum">
              <a:rPr lang="en-US"/>
              <a:pPr>
                <a:defRPr/>
              </a:pPr>
              <a:t>‹#›</a:t>
            </a:fld>
            <a:endParaRPr lang="en-US"/>
          </a:p>
        </p:txBody>
      </p:sp>
    </p:spTree>
    <p:extLst>
      <p:ext uri="{BB962C8B-B14F-4D97-AF65-F5344CB8AC3E}">
        <p14:creationId xmlns:p14="http://schemas.microsoft.com/office/powerpoint/2010/main" val="4069435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B82BFF-1637-4BDA-A3D2-DE5D2F7F5E57}"/>
              </a:ext>
            </a:extLst>
          </p:cNvPr>
          <p:cNvSpPr>
            <a:spLocks noGrp="1"/>
          </p:cNvSpPr>
          <p:nvPr>
            <p:ph type="dt" sz="half" idx="10"/>
          </p:nvPr>
        </p:nvSpPr>
        <p:spPr/>
        <p:txBody>
          <a:bodyPr/>
          <a:lstStyle>
            <a:lvl1pPr>
              <a:defRPr/>
            </a:lvl1pPr>
          </a:lstStyle>
          <a:p>
            <a:pPr>
              <a:defRPr/>
            </a:pPr>
            <a:fld id="{7BD960C3-6220-4C54-B745-7F0A70E75D76}" type="datetimeFigureOut">
              <a:rPr lang="en-US"/>
              <a:pPr>
                <a:defRPr/>
              </a:pPr>
              <a:t>3/1/2025</a:t>
            </a:fld>
            <a:endParaRPr lang="en-US"/>
          </a:p>
        </p:txBody>
      </p:sp>
      <p:sp>
        <p:nvSpPr>
          <p:cNvPr id="5" name="Footer Placeholder 4">
            <a:extLst>
              <a:ext uri="{FF2B5EF4-FFF2-40B4-BE49-F238E27FC236}">
                <a16:creationId xmlns:a16="http://schemas.microsoft.com/office/drawing/2014/main" id="{6A868075-D48A-4477-83B5-B86DF3A3D7D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3B89983-72E1-45BB-A6B9-88D13B9E80F5}"/>
              </a:ext>
            </a:extLst>
          </p:cNvPr>
          <p:cNvSpPr>
            <a:spLocks noGrp="1"/>
          </p:cNvSpPr>
          <p:nvPr>
            <p:ph type="sldNum" sz="quarter" idx="12"/>
          </p:nvPr>
        </p:nvSpPr>
        <p:spPr/>
        <p:txBody>
          <a:bodyPr/>
          <a:lstStyle>
            <a:lvl1pPr>
              <a:defRPr/>
            </a:lvl1pPr>
          </a:lstStyle>
          <a:p>
            <a:pPr>
              <a:defRPr/>
            </a:pPr>
            <a:fld id="{8AAD8B98-DB4A-48AA-A61A-8EA6F6832866}" type="slidenum">
              <a:rPr lang="en-US"/>
              <a:pPr>
                <a:defRPr/>
              </a:pPr>
              <a:t>‹#›</a:t>
            </a:fld>
            <a:endParaRPr lang="en-US"/>
          </a:p>
        </p:txBody>
      </p:sp>
    </p:spTree>
    <p:extLst>
      <p:ext uri="{BB962C8B-B14F-4D97-AF65-F5344CB8AC3E}">
        <p14:creationId xmlns:p14="http://schemas.microsoft.com/office/powerpoint/2010/main" val="6677283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BFEE0AFE-5100-430B-BAAB-0C5754EC0800}"/>
              </a:ext>
            </a:extLst>
          </p:cNvPr>
          <p:cNvSpPr>
            <a:spLocks noGrp="1"/>
          </p:cNvSpPr>
          <p:nvPr>
            <p:ph type="dt" sz="half" idx="10"/>
          </p:nvPr>
        </p:nvSpPr>
        <p:spPr/>
        <p:txBody>
          <a:bodyPr/>
          <a:lstStyle>
            <a:lvl1pPr>
              <a:defRPr/>
            </a:lvl1pPr>
          </a:lstStyle>
          <a:p>
            <a:pPr>
              <a:defRPr/>
            </a:pPr>
            <a:fld id="{1BAAE879-7337-43D2-999C-9ADB0843366B}" type="datetimeFigureOut">
              <a:rPr lang="en-US"/>
              <a:pPr>
                <a:defRPr/>
              </a:pPr>
              <a:t>3/1/2025</a:t>
            </a:fld>
            <a:endParaRPr lang="en-US"/>
          </a:p>
        </p:txBody>
      </p:sp>
      <p:sp>
        <p:nvSpPr>
          <p:cNvPr id="6" name="Footer Placeholder 4">
            <a:extLst>
              <a:ext uri="{FF2B5EF4-FFF2-40B4-BE49-F238E27FC236}">
                <a16:creationId xmlns:a16="http://schemas.microsoft.com/office/drawing/2014/main" id="{AFB83BAC-F578-4091-837B-92F5267E122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BB1ABDCF-C647-44B8-9873-7F239E39E1FF}"/>
              </a:ext>
            </a:extLst>
          </p:cNvPr>
          <p:cNvSpPr>
            <a:spLocks noGrp="1"/>
          </p:cNvSpPr>
          <p:nvPr>
            <p:ph type="sldNum" sz="quarter" idx="12"/>
          </p:nvPr>
        </p:nvSpPr>
        <p:spPr/>
        <p:txBody>
          <a:bodyPr/>
          <a:lstStyle>
            <a:lvl1pPr>
              <a:defRPr/>
            </a:lvl1pPr>
          </a:lstStyle>
          <a:p>
            <a:pPr>
              <a:defRPr/>
            </a:pPr>
            <a:fld id="{766E5FBF-D458-4707-AD74-0DBD6DF0901B}" type="slidenum">
              <a:rPr lang="en-US"/>
              <a:pPr>
                <a:defRPr/>
              </a:pPr>
              <a:t>‹#›</a:t>
            </a:fld>
            <a:endParaRPr lang="en-US"/>
          </a:p>
        </p:txBody>
      </p:sp>
    </p:spTree>
    <p:extLst>
      <p:ext uri="{BB962C8B-B14F-4D97-AF65-F5344CB8AC3E}">
        <p14:creationId xmlns:p14="http://schemas.microsoft.com/office/powerpoint/2010/main" val="5039722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4E5D3A3A-6829-492D-AD3C-406875188F2A}"/>
              </a:ext>
            </a:extLst>
          </p:cNvPr>
          <p:cNvSpPr>
            <a:spLocks noGrp="1"/>
          </p:cNvSpPr>
          <p:nvPr>
            <p:ph type="dt" sz="half" idx="10"/>
          </p:nvPr>
        </p:nvSpPr>
        <p:spPr/>
        <p:txBody>
          <a:bodyPr/>
          <a:lstStyle>
            <a:lvl1pPr>
              <a:defRPr/>
            </a:lvl1pPr>
          </a:lstStyle>
          <a:p>
            <a:pPr>
              <a:defRPr/>
            </a:pPr>
            <a:fld id="{93E690EE-6D91-483F-87D1-5B79BA4DB8A6}" type="datetimeFigureOut">
              <a:rPr lang="en-US"/>
              <a:pPr>
                <a:defRPr/>
              </a:pPr>
              <a:t>3/1/2025</a:t>
            </a:fld>
            <a:endParaRPr lang="en-US"/>
          </a:p>
        </p:txBody>
      </p:sp>
      <p:sp>
        <p:nvSpPr>
          <p:cNvPr id="8" name="Footer Placeholder 4">
            <a:extLst>
              <a:ext uri="{FF2B5EF4-FFF2-40B4-BE49-F238E27FC236}">
                <a16:creationId xmlns:a16="http://schemas.microsoft.com/office/drawing/2014/main" id="{C029CC46-4130-4AEC-B036-79B72E8F5693}"/>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FF923642-06D7-4FC9-A0EF-C0D96C7FEC27}"/>
              </a:ext>
            </a:extLst>
          </p:cNvPr>
          <p:cNvSpPr>
            <a:spLocks noGrp="1"/>
          </p:cNvSpPr>
          <p:nvPr>
            <p:ph type="sldNum" sz="quarter" idx="12"/>
          </p:nvPr>
        </p:nvSpPr>
        <p:spPr/>
        <p:txBody>
          <a:bodyPr/>
          <a:lstStyle>
            <a:lvl1pPr>
              <a:defRPr/>
            </a:lvl1pPr>
          </a:lstStyle>
          <a:p>
            <a:pPr>
              <a:defRPr/>
            </a:pPr>
            <a:fld id="{92E0805B-4BBE-428F-B4AC-E2FDAEA68946}" type="slidenum">
              <a:rPr lang="en-US"/>
              <a:pPr>
                <a:defRPr/>
              </a:pPr>
              <a:t>‹#›</a:t>
            </a:fld>
            <a:endParaRPr lang="en-US"/>
          </a:p>
        </p:txBody>
      </p:sp>
    </p:spTree>
    <p:extLst>
      <p:ext uri="{BB962C8B-B14F-4D97-AF65-F5344CB8AC3E}">
        <p14:creationId xmlns:p14="http://schemas.microsoft.com/office/powerpoint/2010/main" val="21541262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4DD01838-593A-429B-AE86-3A937459869D}"/>
              </a:ext>
            </a:extLst>
          </p:cNvPr>
          <p:cNvSpPr>
            <a:spLocks noGrp="1"/>
          </p:cNvSpPr>
          <p:nvPr>
            <p:ph type="dt" sz="half" idx="10"/>
          </p:nvPr>
        </p:nvSpPr>
        <p:spPr/>
        <p:txBody>
          <a:bodyPr/>
          <a:lstStyle>
            <a:lvl1pPr>
              <a:defRPr/>
            </a:lvl1pPr>
          </a:lstStyle>
          <a:p>
            <a:pPr>
              <a:defRPr/>
            </a:pPr>
            <a:fld id="{0C68D8FC-1E71-4693-B90F-0106F9841DEA}" type="datetimeFigureOut">
              <a:rPr lang="en-US"/>
              <a:pPr>
                <a:defRPr/>
              </a:pPr>
              <a:t>3/1/2025</a:t>
            </a:fld>
            <a:endParaRPr lang="en-US"/>
          </a:p>
        </p:txBody>
      </p:sp>
      <p:sp>
        <p:nvSpPr>
          <p:cNvPr id="4" name="Footer Placeholder 4">
            <a:extLst>
              <a:ext uri="{FF2B5EF4-FFF2-40B4-BE49-F238E27FC236}">
                <a16:creationId xmlns:a16="http://schemas.microsoft.com/office/drawing/2014/main" id="{3BA39087-EE94-480F-A3E2-66E2A5DFC45E}"/>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8D1E2C6B-C686-4D7A-A995-17CCFC10CDCC}"/>
              </a:ext>
            </a:extLst>
          </p:cNvPr>
          <p:cNvSpPr>
            <a:spLocks noGrp="1"/>
          </p:cNvSpPr>
          <p:nvPr>
            <p:ph type="sldNum" sz="quarter" idx="12"/>
          </p:nvPr>
        </p:nvSpPr>
        <p:spPr/>
        <p:txBody>
          <a:bodyPr/>
          <a:lstStyle>
            <a:lvl1pPr>
              <a:defRPr/>
            </a:lvl1pPr>
          </a:lstStyle>
          <a:p>
            <a:pPr>
              <a:defRPr/>
            </a:pPr>
            <a:fld id="{22A50B9E-3201-463B-BBB0-AD233C07B1E9}" type="slidenum">
              <a:rPr lang="en-US"/>
              <a:pPr>
                <a:defRPr/>
              </a:pPr>
              <a:t>‹#›</a:t>
            </a:fld>
            <a:endParaRPr lang="en-US"/>
          </a:p>
        </p:txBody>
      </p:sp>
    </p:spTree>
    <p:extLst>
      <p:ext uri="{BB962C8B-B14F-4D97-AF65-F5344CB8AC3E}">
        <p14:creationId xmlns:p14="http://schemas.microsoft.com/office/powerpoint/2010/main" val="3400596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E99A2BF6-ED5E-43CD-B0A9-757373E38238}"/>
              </a:ext>
            </a:extLst>
          </p:cNvPr>
          <p:cNvSpPr>
            <a:spLocks noGrp="1"/>
          </p:cNvSpPr>
          <p:nvPr>
            <p:ph type="dt" sz="half" idx="10"/>
          </p:nvPr>
        </p:nvSpPr>
        <p:spPr/>
        <p:txBody>
          <a:bodyPr/>
          <a:lstStyle>
            <a:lvl1pPr>
              <a:defRPr/>
            </a:lvl1pPr>
          </a:lstStyle>
          <a:p>
            <a:pPr>
              <a:defRPr/>
            </a:pPr>
            <a:fld id="{AAF58D68-6F5E-4837-9290-A18DE5CE6230}" type="datetimeFigureOut">
              <a:rPr lang="en-US"/>
              <a:pPr>
                <a:defRPr/>
              </a:pPr>
              <a:t>3/1/2025</a:t>
            </a:fld>
            <a:endParaRPr lang="en-US"/>
          </a:p>
        </p:txBody>
      </p:sp>
      <p:sp>
        <p:nvSpPr>
          <p:cNvPr id="3" name="Footer Placeholder 4">
            <a:extLst>
              <a:ext uri="{FF2B5EF4-FFF2-40B4-BE49-F238E27FC236}">
                <a16:creationId xmlns:a16="http://schemas.microsoft.com/office/drawing/2014/main" id="{90965B19-282C-4648-B273-32978616B999}"/>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3D6BF92A-CB6A-495C-97BD-3734E8CF0C60}"/>
              </a:ext>
            </a:extLst>
          </p:cNvPr>
          <p:cNvSpPr>
            <a:spLocks noGrp="1"/>
          </p:cNvSpPr>
          <p:nvPr>
            <p:ph type="sldNum" sz="quarter" idx="12"/>
          </p:nvPr>
        </p:nvSpPr>
        <p:spPr/>
        <p:txBody>
          <a:bodyPr/>
          <a:lstStyle>
            <a:lvl1pPr>
              <a:defRPr/>
            </a:lvl1pPr>
          </a:lstStyle>
          <a:p>
            <a:pPr>
              <a:defRPr/>
            </a:pPr>
            <a:fld id="{722F4ECB-9C19-42B4-9D3E-DCB4304E1651}" type="slidenum">
              <a:rPr lang="en-US"/>
              <a:pPr>
                <a:defRPr/>
              </a:pPr>
              <a:t>‹#›</a:t>
            </a:fld>
            <a:endParaRPr lang="en-US"/>
          </a:p>
        </p:txBody>
      </p:sp>
    </p:spTree>
    <p:extLst>
      <p:ext uri="{BB962C8B-B14F-4D97-AF65-F5344CB8AC3E}">
        <p14:creationId xmlns:p14="http://schemas.microsoft.com/office/powerpoint/2010/main" val="9968708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E95ED1B-7077-4877-BF93-8A1C755206B1}"/>
              </a:ext>
            </a:extLst>
          </p:cNvPr>
          <p:cNvSpPr>
            <a:spLocks noGrp="1"/>
          </p:cNvSpPr>
          <p:nvPr>
            <p:ph type="dt" sz="half" idx="10"/>
          </p:nvPr>
        </p:nvSpPr>
        <p:spPr/>
        <p:txBody>
          <a:bodyPr/>
          <a:lstStyle>
            <a:lvl1pPr>
              <a:defRPr/>
            </a:lvl1pPr>
          </a:lstStyle>
          <a:p>
            <a:pPr>
              <a:defRPr/>
            </a:pPr>
            <a:fld id="{D1FDCFF3-8BF6-4F10-8419-06D92D1FFF6E}" type="datetimeFigureOut">
              <a:rPr lang="en-US"/>
              <a:pPr>
                <a:defRPr/>
              </a:pPr>
              <a:t>3/1/2025</a:t>
            </a:fld>
            <a:endParaRPr lang="en-US"/>
          </a:p>
        </p:txBody>
      </p:sp>
      <p:sp>
        <p:nvSpPr>
          <p:cNvPr id="6" name="Footer Placeholder 4">
            <a:extLst>
              <a:ext uri="{FF2B5EF4-FFF2-40B4-BE49-F238E27FC236}">
                <a16:creationId xmlns:a16="http://schemas.microsoft.com/office/drawing/2014/main" id="{C5A67306-5E63-4410-9CCE-3B2C261E43B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0AC272D-CDE7-4870-A871-B4BAA5ED88D1}"/>
              </a:ext>
            </a:extLst>
          </p:cNvPr>
          <p:cNvSpPr>
            <a:spLocks noGrp="1"/>
          </p:cNvSpPr>
          <p:nvPr>
            <p:ph type="sldNum" sz="quarter" idx="12"/>
          </p:nvPr>
        </p:nvSpPr>
        <p:spPr/>
        <p:txBody>
          <a:bodyPr/>
          <a:lstStyle>
            <a:lvl1pPr>
              <a:defRPr/>
            </a:lvl1pPr>
          </a:lstStyle>
          <a:p>
            <a:pPr>
              <a:defRPr/>
            </a:pPr>
            <a:fld id="{C353B705-2127-48D0-94A3-23D4A06132FA}" type="slidenum">
              <a:rPr lang="en-US"/>
              <a:pPr>
                <a:defRPr/>
              </a:pPr>
              <a:t>‹#›</a:t>
            </a:fld>
            <a:endParaRPr lang="en-US"/>
          </a:p>
        </p:txBody>
      </p:sp>
    </p:spTree>
    <p:extLst>
      <p:ext uri="{BB962C8B-B14F-4D97-AF65-F5344CB8AC3E}">
        <p14:creationId xmlns:p14="http://schemas.microsoft.com/office/powerpoint/2010/main" val="4293988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3DE2B4CD-BEAD-46E7-A5B7-7EC0A2DC1C24}"/>
              </a:ext>
            </a:extLst>
          </p:cNvPr>
          <p:cNvSpPr>
            <a:spLocks noGrp="1"/>
          </p:cNvSpPr>
          <p:nvPr>
            <p:ph type="dt" sz="half" idx="10"/>
          </p:nvPr>
        </p:nvSpPr>
        <p:spPr/>
        <p:txBody>
          <a:bodyPr/>
          <a:lstStyle>
            <a:lvl1pPr>
              <a:defRPr/>
            </a:lvl1pPr>
          </a:lstStyle>
          <a:p>
            <a:pPr>
              <a:defRPr/>
            </a:pPr>
            <a:fld id="{B263ACF5-B0E6-4174-8945-5054E82C13AF}" type="datetimeFigureOut">
              <a:rPr lang="en-US"/>
              <a:pPr>
                <a:defRPr/>
              </a:pPr>
              <a:t>3/1/2025</a:t>
            </a:fld>
            <a:endParaRPr lang="en-US"/>
          </a:p>
        </p:txBody>
      </p:sp>
      <p:sp>
        <p:nvSpPr>
          <p:cNvPr id="6" name="Footer Placeholder 4">
            <a:extLst>
              <a:ext uri="{FF2B5EF4-FFF2-40B4-BE49-F238E27FC236}">
                <a16:creationId xmlns:a16="http://schemas.microsoft.com/office/drawing/2014/main" id="{41A92CFF-3B42-4F6E-8AD2-6405F69420D8}"/>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8D138CE-EA3D-476A-B79F-F49C478C5547}"/>
              </a:ext>
            </a:extLst>
          </p:cNvPr>
          <p:cNvSpPr>
            <a:spLocks noGrp="1"/>
          </p:cNvSpPr>
          <p:nvPr>
            <p:ph type="sldNum" sz="quarter" idx="12"/>
          </p:nvPr>
        </p:nvSpPr>
        <p:spPr/>
        <p:txBody>
          <a:bodyPr/>
          <a:lstStyle>
            <a:lvl1pPr>
              <a:defRPr/>
            </a:lvl1pPr>
          </a:lstStyle>
          <a:p>
            <a:pPr>
              <a:defRPr/>
            </a:pPr>
            <a:fld id="{A43399E3-73DB-4640-9869-E158735B2419}" type="slidenum">
              <a:rPr lang="en-US"/>
              <a:pPr>
                <a:defRPr/>
              </a:pPr>
              <a:t>‹#›</a:t>
            </a:fld>
            <a:endParaRPr lang="en-US"/>
          </a:p>
        </p:txBody>
      </p:sp>
    </p:spTree>
    <p:extLst>
      <p:ext uri="{BB962C8B-B14F-4D97-AF65-F5344CB8AC3E}">
        <p14:creationId xmlns:p14="http://schemas.microsoft.com/office/powerpoint/2010/main" val="3176629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BE2BF6-77D4-4EF8-A15A-EB92E22445D3}"/>
              </a:ext>
            </a:extLst>
          </p:cNvPr>
          <p:cNvSpPr>
            <a:spLocks noGrp="1"/>
          </p:cNvSpPr>
          <p:nvPr>
            <p:ph type="dt" sz="half" idx="10"/>
          </p:nvPr>
        </p:nvSpPr>
        <p:spPr/>
        <p:txBody>
          <a:bodyPr/>
          <a:lstStyle>
            <a:lvl1pPr>
              <a:defRPr/>
            </a:lvl1pPr>
          </a:lstStyle>
          <a:p>
            <a:pPr>
              <a:defRPr/>
            </a:pPr>
            <a:fld id="{22F15BB7-9F6F-48F4-8676-BA3BE7D685CA}" type="datetimeFigureOut">
              <a:rPr lang="en-US"/>
              <a:pPr>
                <a:defRPr/>
              </a:pPr>
              <a:t>3/1/2025</a:t>
            </a:fld>
            <a:endParaRPr lang="en-US"/>
          </a:p>
        </p:txBody>
      </p:sp>
      <p:sp>
        <p:nvSpPr>
          <p:cNvPr id="5" name="Footer Placeholder 4">
            <a:extLst>
              <a:ext uri="{FF2B5EF4-FFF2-40B4-BE49-F238E27FC236}">
                <a16:creationId xmlns:a16="http://schemas.microsoft.com/office/drawing/2014/main" id="{5C2FB1E6-C3F6-4511-B7B3-FF555D59E36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97E1FCFE-246E-4F03-9AB8-FF7FCBA054E5}"/>
              </a:ext>
            </a:extLst>
          </p:cNvPr>
          <p:cNvSpPr>
            <a:spLocks noGrp="1"/>
          </p:cNvSpPr>
          <p:nvPr>
            <p:ph type="sldNum" sz="quarter" idx="12"/>
          </p:nvPr>
        </p:nvSpPr>
        <p:spPr/>
        <p:txBody>
          <a:bodyPr/>
          <a:lstStyle>
            <a:lvl1pPr>
              <a:defRPr/>
            </a:lvl1pPr>
          </a:lstStyle>
          <a:p>
            <a:pPr>
              <a:defRPr/>
            </a:pPr>
            <a:fld id="{E8C9B09A-51EF-4003-BF47-4BC1963BCAFE}" type="slidenum">
              <a:rPr lang="en-US"/>
              <a:pPr>
                <a:defRPr/>
              </a:pPr>
              <a:t>‹#›</a:t>
            </a:fld>
            <a:endParaRPr lang="en-US"/>
          </a:p>
        </p:txBody>
      </p:sp>
    </p:spTree>
    <p:extLst>
      <p:ext uri="{BB962C8B-B14F-4D97-AF65-F5344CB8AC3E}">
        <p14:creationId xmlns:p14="http://schemas.microsoft.com/office/powerpoint/2010/main" val="41843474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BA9E66-82AA-4E74-9B47-7A94DDD1F145}"/>
              </a:ext>
            </a:extLst>
          </p:cNvPr>
          <p:cNvSpPr>
            <a:spLocks noGrp="1"/>
          </p:cNvSpPr>
          <p:nvPr>
            <p:ph type="dt" sz="half" idx="10"/>
          </p:nvPr>
        </p:nvSpPr>
        <p:spPr/>
        <p:txBody>
          <a:bodyPr/>
          <a:lstStyle>
            <a:lvl1pPr>
              <a:defRPr/>
            </a:lvl1pPr>
          </a:lstStyle>
          <a:p>
            <a:pPr>
              <a:defRPr/>
            </a:pPr>
            <a:fld id="{3C38FBB2-14D6-4F9C-B9C1-593CA96724F1}" type="datetimeFigureOut">
              <a:rPr lang="en-US"/>
              <a:pPr>
                <a:defRPr/>
              </a:pPr>
              <a:t>3/1/2025</a:t>
            </a:fld>
            <a:endParaRPr lang="en-US"/>
          </a:p>
        </p:txBody>
      </p:sp>
      <p:sp>
        <p:nvSpPr>
          <p:cNvPr id="5" name="Footer Placeholder 4">
            <a:extLst>
              <a:ext uri="{FF2B5EF4-FFF2-40B4-BE49-F238E27FC236}">
                <a16:creationId xmlns:a16="http://schemas.microsoft.com/office/drawing/2014/main" id="{949703A8-F882-4328-B6F2-457BB75BBC9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EEF969C-D518-4564-9ACC-A07A38249F19}"/>
              </a:ext>
            </a:extLst>
          </p:cNvPr>
          <p:cNvSpPr>
            <a:spLocks noGrp="1"/>
          </p:cNvSpPr>
          <p:nvPr>
            <p:ph type="sldNum" sz="quarter" idx="12"/>
          </p:nvPr>
        </p:nvSpPr>
        <p:spPr/>
        <p:txBody>
          <a:bodyPr/>
          <a:lstStyle>
            <a:lvl1pPr>
              <a:defRPr/>
            </a:lvl1pPr>
          </a:lstStyle>
          <a:p>
            <a:pPr>
              <a:defRPr/>
            </a:pPr>
            <a:fld id="{B22C237B-DAA3-45E2-A997-4772AD43ACEA}" type="slidenum">
              <a:rPr lang="en-US"/>
              <a:pPr>
                <a:defRPr/>
              </a:pPr>
              <a:t>‹#›</a:t>
            </a:fld>
            <a:endParaRPr lang="en-US"/>
          </a:p>
        </p:txBody>
      </p:sp>
    </p:spTree>
    <p:extLst>
      <p:ext uri="{BB962C8B-B14F-4D97-AF65-F5344CB8AC3E}">
        <p14:creationId xmlns:p14="http://schemas.microsoft.com/office/powerpoint/2010/main" val="1096065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5E6CA8E-E54F-47C0-AB17-65FB52F5408D}"/>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2351ECF-97E8-4574-B90D-9F9EE0D376CB}"/>
              </a:ext>
            </a:extLst>
          </p:cNvPr>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6D65D274-1DCB-48F5-9582-DDBD3E586081}"/>
              </a:ext>
            </a:extLst>
          </p:cNvPr>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A4E83F4A-30D2-42ED-9BE5-1686B90E05A6}" type="datetimeFigureOut">
              <a:rPr lang="en-US"/>
              <a:pPr>
                <a:defRPr/>
              </a:pPr>
              <a:t>3/1/2025</a:t>
            </a:fld>
            <a:endParaRPr lang="en-US"/>
          </a:p>
        </p:txBody>
      </p:sp>
      <p:sp>
        <p:nvSpPr>
          <p:cNvPr id="5" name="Footer Placeholder 4">
            <a:extLst>
              <a:ext uri="{FF2B5EF4-FFF2-40B4-BE49-F238E27FC236}">
                <a16:creationId xmlns:a16="http://schemas.microsoft.com/office/drawing/2014/main" id="{FDD51118-4585-4A1D-9D90-13EFF6A81DBE}"/>
              </a:ext>
            </a:extLst>
          </p:cNvPr>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888FCC43-FBB5-47DB-8B5D-EC398072CB91}"/>
              </a:ext>
            </a:extLst>
          </p:cNvPr>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B9837D32-18D3-4B44-80E0-8190091C7988}"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b="1" kern="1200">
          <a:solidFill>
            <a:schemeClr val="tx1"/>
          </a:solidFill>
          <a:latin typeface="+mj-lt"/>
          <a:ea typeface="+mj-ea"/>
          <a:cs typeface="+mj-cs"/>
        </a:defRPr>
      </a:lvl1pPr>
      <a:lvl2pPr algn="ctr" rtl="0" eaLnBrk="0" fontAlgn="base" hangingPunct="0">
        <a:spcBef>
          <a:spcPct val="0"/>
        </a:spcBef>
        <a:spcAft>
          <a:spcPct val="0"/>
        </a:spcAft>
        <a:defRPr sz="4400" b="1">
          <a:solidFill>
            <a:schemeClr val="tx1"/>
          </a:solidFill>
          <a:latin typeface="Calibri" pitchFamily="34" charset="0"/>
        </a:defRPr>
      </a:lvl2pPr>
      <a:lvl3pPr algn="ctr" rtl="0" eaLnBrk="0" fontAlgn="base" hangingPunct="0">
        <a:spcBef>
          <a:spcPct val="0"/>
        </a:spcBef>
        <a:spcAft>
          <a:spcPct val="0"/>
        </a:spcAft>
        <a:defRPr sz="4400" b="1">
          <a:solidFill>
            <a:schemeClr val="tx1"/>
          </a:solidFill>
          <a:latin typeface="Calibri" pitchFamily="34" charset="0"/>
        </a:defRPr>
      </a:lvl3pPr>
      <a:lvl4pPr algn="ctr" rtl="0" eaLnBrk="0" fontAlgn="base" hangingPunct="0">
        <a:spcBef>
          <a:spcPct val="0"/>
        </a:spcBef>
        <a:spcAft>
          <a:spcPct val="0"/>
        </a:spcAft>
        <a:defRPr sz="4400" b="1">
          <a:solidFill>
            <a:schemeClr val="tx1"/>
          </a:solidFill>
          <a:latin typeface="Calibri" pitchFamily="34" charset="0"/>
        </a:defRPr>
      </a:lvl4pPr>
      <a:lvl5pPr algn="ctr" rtl="0" eaLnBrk="0" fontAlgn="base" hangingPunct="0">
        <a:spcBef>
          <a:spcPct val="0"/>
        </a:spcBef>
        <a:spcAft>
          <a:spcPct val="0"/>
        </a:spcAft>
        <a:defRPr sz="4400" b="1">
          <a:solidFill>
            <a:schemeClr val="tx1"/>
          </a:solidFill>
          <a:latin typeface="Calibri" pitchFamily="34" charset="0"/>
        </a:defRPr>
      </a:lvl5pPr>
      <a:lvl6pPr marL="457200" algn="ctr" rtl="0" fontAlgn="base">
        <a:spcBef>
          <a:spcPct val="0"/>
        </a:spcBef>
        <a:spcAft>
          <a:spcPct val="0"/>
        </a:spcAft>
        <a:defRPr sz="4400" b="1">
          <a:solidFill>
            <a:schemeClr val="tx1"/>
          </a:solidFill>
          <a:latin typeface="Calibri" pitchFamily="34" charset="0"/>
        </a:defRPr>
      </a:lvl6pPr>
      <a:lvl7pPr marL="914400" algn="ctr" rtl="0" fontAlgn="base">
        <a:spcBef>
          <a:spcPct val="0"/>
        </a:spcBef>
        <a:spcAft>
          <a:spcPct val="0"/>
        </a:spcAft>
        <a:defRPr sz="4400" b="1">
          <a:solidFill>
            <a:schemeClr val="tx1"/>
          </a:solidFill>
          <a:latin typeface="Calibri" pitchFamily="34" charset="0"/>
        </a:defRPr>
      </a:lvl7pPr>
      <a:lvl8pPr marL="1371600" algn="ctr" rtl="0" fontAlgn="base">
        <a:spcBef>
          <a:spcPct val="0"/>
        </a:spcBef>
        <a:spcAft>
          <a:spcPct val="0"/>
        </a:spcAft>
        <a:defRPr sz="4400" b="1">
          <a:solidFill>
            <a:schemeClr val="tx1"/>
          </a:solidFill>
          <a:latin typeface="Calibri" pitchFamily="34" charset="0"/>
        </a:defRPr>
      </a:lvl8pPr>
      <a:lvl9pPr marL="1828800" algn="ctr" rtl="0" fontAlgn="base">
        <a:spcBef>
          <a:spcPct val="0"/>
        </a:spcBef>
        <a:spcAft>
          <a:spcPct val="0"/>
        </a:spcAft>
        <a:defRPr sz="4400" b="1">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a:extLst>
              <a:ext uri="{FF2B5EF4-FFF2-40B4-BE49-F238E27FC236}">
                <a16:creationId xmlns:a16="http://schemas.microsoft.com/office/drawing/2014/main" id="{F977B513-6D9D-4366-BF7D-6DE64469707A}"/>
              </a:ext>
            </a:extLst>
          </p:cNvPr>
          <p:cNvSpPr>
            <a:spLocks noGrp="1"/>
          </p:cNvSpPr>
          <p:nvPr>
            <p:ph type="ctrTitle"/>
          </p:nvPr>
        </p:nvSpPr>
        <p:spPr/>
        <p:txBody>
          <a:bodyPr/>
          <a:lstStyle/>
          <a:p>
            <a:pPr eaLnBrk="1" hangingPunct="1"/>
            <a:r>
              <a:rPr lang="en-US" altLang="en-US"/>
              <a:t>Lecture 7</a:t>
            </a:r>
            <a:br>
              <a:rPr lang="en-US" altLang="en-US" dirty="0"/>
            </a:br>
            <a:r>
              <a:rPr lang="en-US" altLang="en-US" dirty="0"/>
              <a:t>Sequence Diagram</a:t>
            </a:r>
          </a:p>
        </p:txBody>
      </p:sp>
      <p:sp>
        <p:nvSpPr>
          <p:cNvPr id="3" name="Subtitle 2">
            <a:extLst>
              <a:ext uri="{FF2B5EF4-FFF2-40B4-BE49-F238E27FC236}">
                <a16:creationId xmlns:a16="http://schemas.microsoft.com/office/drawing/2014/main" id="{84359787-26A9-4ED5-9768-91D31E0A4CEA}"/>
              </a:ext>
            </a:extLst>
          </p:cNvPr>
          <p:cNvSpPr>
            <a:spLocks noGrp="1"/>
          </p:cNvSpPr>
          <p:nvPr>
            <p:ph type="subTitle" idx="1"/>
          </p:nvPr>
        </p:nvSpPr>
        <p:spPr/>
        <p:txBody>
          <a:bodyPr rtlCol="0">
            <a:normAutofit fontScale="40000" lnSpcReduction="20000"/>
          </a:bodyPr>
          <a:lstStyle/>
          <a:p>
            <a:pPr eaLnBrk="1" fontAlgn="auto" hangingPunct="1">
              <a:spcAft>
                <a:spcPts val="0"/>
              </a:spcAft>
              <a:defRPr/>
            </a:pPr>
            <a:r>
              <a:rPr lang="en-US" b="1" dirty="0"/>
              <a:t>Chapter 19</a:t>
            </a:r>
          </a:p>
          <a:p>
            <a:pPr eaLnBrk="1" fontAlgn="auto" hangingPunct="1">
              <a:spcAft>
                <a:spcPts val="0"/>
              </a:spcAft>
              <a:defRPr/>
            </a:pPr>
            <a:r>
              <a:rPr lang="en-US" dirty="0"/>
              <a:t>The Unified Modeling Language User Guide </a:t>
            </a:r>
          </a:p>
          <a:p>
            <a:pPr eaLnBrk="1" fontAlgn="auto" hangingPunct="1">
              <a:spcAft>
                <a:spcPts val="0"/>
              </a:spcAft>
              <a:defRPr/>
            </a:pPr>
            <a:r>
              <a:rPr lang="en-US" dirty="0"/>
              <a:t>SECOND EDITION </a:t>
            </a:r>
          </a:p>
          <a:p>
            <a:pPr eaLnBrk="1" fontAlgn="auto" hangingPunct="1">
              <a:spcAft>
                <a:spcPts val="0"/>
              </a:spcAft>
              <a:defRPr/>
            </a:pPr>
            <a:r>
              <a:rPr lang="en-US" dirty="0"/>
              <a:t>By Grady </a:t>
            </a:r>
            <a:r>
              <a:rPr lang="en-US" dirty="0" err="1"/>
              <a:t>Booch</a:t>
            </a:r>
            <a:r>
              <a:rPr lang="en-US" dirty="0"/>
              <a:t>, James </a:t>
            </a:r>
            <a:r>
              <a:rPr lang="en-US" dirty="0" err="1"/>
              <a:t>Rumbaugh</a:t>
            </a:r>
            <a:r>
              <a:rPr lang="en-US" dirty="0"/>
              <a:t>, </a:t>
            </a:r>
            <a:r>
              <a:rPr lang="en-US" dirty="0" err="1"/>
              <a:t>Ivar</a:t>
            </a:r>
            <a:r>
              <a:rPr lang="en-US" dirty="0"/>
              <a:t> Jacobson </a:t>
            </a:r>
          </a:p>
          <a:p>
            <a:pPr eaLnBrk="1" fontAlgn="auto" hangingPunct="1">
              <a:spcAft>
                <a:spcPts val="0"/>
              </a:spcAft>
              <a:defRPr/>
            </a:pPr>
            <a:endParaRPr lang="en-US" dirty="0"/>
          </a:p>
          <a:p>
            <a:pPr eaLnBrk="1" fontAlgn="auto" hangingPunct="1">
              <a:spcAft>
                <a:spcPts val="0"/>
              </a:spcAft>
              <a:defRPr/>
            </a:pPr>
            <a:r>
              <a:rPr lang="en-US" b="1" dirty="0"/>
              <a:t>Session 16</a:t>
            </a:r>
          </a:p>
          <a:p>
            <a:pPr eaLnBrk="1" fontAlgn="auto" hangingPunct="1">
              <a:spcAft>
                <a:spcPts val="0"/>
              </a:spcAft>
              <a:defRPr/>
            </a:pPr>
            <a:r>
              <a:rPr lang="en-US" dirty="0"/>
              <a:t>UML Weekend Crash Course</a:t>
            </a:r>
          </a:p>
          <a:p>
            <a:pPr eaLnBrk="1" fontAlgn="auto" hangingPunct="1">
              <a:spcAft>
                <a:spcPts val="0"/>
              </a:spcAft>
              <a:defRPr/>
            </a:pPr>
            <a:r>
              <a:rPr lang="en-US" dirty="0"/>
              <a:t>Thomas A. Pender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a:extLst>
              <a:ext uri="{FF2B5EF4-FFF2-40B4-BE49-F238E27FC236}">
                <a16:creationId xmlns:a16="http://schemas.microsoft.com/office/drawing/2014/main" id="{60EE09D0-3CB4-4CDC-A755-A363A3FB9269}"/>
              </a:ext>
            </a:extLst>
          </p:cNvPr>
          <p:cNvSpPr>
            <a:spLocks noGrp="1"/>
          </p:cNvSpPr>
          <p:nvPr>
            <p:ph type="title"/>
          </p:nvPr>
        </p:nvSpPr>
        <p:spPr/>
        <p:txBody>
          <a:bodyPr/>
          <a:lstStyle/>
          <a:p>
            <a:pPr eaLnBrk="1" hangingPunct="1"/>
            <a:r>
              <a:rPr lang="en-US" altLang="en-US">
                <a:cs typeface="Times New Roman" panose="02020603050405020304" pitchFamily="18" charset="0"/>
              </a:rPr>
              <a:t>Introduction</a:t>
            </a:r>
            <a:endParaRPr lang="en-US" altLang="en-US"/>
          </a:p>
        </p:txBody>
      </p:sp>
      <p:sp>
        <p:nvSpPr>
          <p:cNvPr id="4099" name="Content Placeholder 2">
            <a:extLst>
              <a:ext uri="{FF2B5EF4-FFF2-40B4-BE49-F238E27FC236}">
                <a16:creationId xmlns:a16="http://schemas.microsoft.com/office/drawing/2014/main" id="{730CBF4D-72A1-4916-A95C-81D30BD2B4B7}"/>
              </a:ext>
            </a:extLst>
          </p:cNvPr>
          <p:cNvSpPr>
            <a:spLocks noGrp="1"/>
          </p:cNvSpPr>
          <p:nvPr>
            <p:ph idx="1"/>
          </p:nvPr>
        </p:nvSpPr>
        <p:spPr/>
        <p:txBody>
          <a:bodyPr/>
          <a:lstStyle/>
          <a:p>
            <a:pPr eaLnBrk="1" hangingPunct="1"/>
            <a:r>
              <a:rPr lang="en-US" altLang="en-US" dirty="0"/>
              <a:t>Sequence Diagram is an Interaction Diagram</a:t>
            </a:r>
          </a:p>
          <a:p>
            <a:pPr eaLnBrk="1" hangingPunct="1"/>
            <a:r>
              <a:rPr lang="en-US" altLang="en-US" dirty="0"/>
              <a:t>Another Interaction Diagram is Collaboration/ Communication Diagram</a:t>
            </a:r>
          </a:p>
          <a:p>
            <a:pPr eaLnBrk="1" hangingPunct="1"/>
            <a:r>
              <a:rPr lang="en-US" altLang="en-US" dirty="0"/>
              <a:t>Sequence Diagram represents dynamic interaction view in respect of time</a:t>
            </a:r>
          </a:p>
          <a:p>
            <a:pPr eaLnBrk="1" hangingPunct="1"/>
            <a:r>
              <a:rPr lang="en-US" altLang="en-US" dirty="0"/>
              <a:t>Collaboration/ Communication Diagram represents interaction in respect of structure/ relationship/ links</a:t>
            </a:r>
          </a:p>
          <a:p>
            <a:pPr eaLnBrk="1" hangingPunct="1"/>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6EB33495-287B-4307-A387-568BFC054045}"/>
              </a:ext>
            </a:extLst>
          </p:cNvPr>
          <p:cNvSpPr>
            <a:spLocks noGrp="1"/>
          </p:cNvSpPr>
          <p:nvPr>
            <p:ph type="title"/>
          </p:nvPr>
        </p:nvSpPr>
        <p:spPr/>
        <p:txBody>
          <a:bodyPr/>
          <a:lstStyle/>
          <a:p>
            <a:r>
              <a:rPr lang="en-US" altLang="en-US"/>
              <a:t>Comparison: </a:t>
            </a:r>
            <a:br>
              <a:rPr lang="en-US" altLang="en-US"/>
            </a:br>
            <a:r>
              <a:rPr lang="en-US" altLang="en-US" sz="2800"/>
              <a:t>Sequence vs. Collaboration/ Communication Diagram</a:t>
            </a:r>
            <a:endParaRPr lang="en-US" altLang="en-US" sz="3600"/>
          </a:p>
        </p:txBody>
      </p:sp>
      <p:pic>
        <p:nvPicPr>
          <p:cNvPr id="5123" name="Picture 2">
            <a:extLst>
              <a:ext uri="{FF2B5EF4-FFF2-40B4-BE49-F238E27FC236}">
                <a16:creationId xmlns:a16="http://schemas.microsoft.com/office/drawing/2014/main" id="{5252376C-FFFE-46E9-96D4-F68495AC485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727450" y="1676401"/>
            <a:ext cx="4737100" cy="4791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A301CE-A545-47CD-A23F-D846CFC40B1C}"/>
              </a:ext>
            </a:extLst>
          </p:cNvPr>
          <p:cNvSpPr>
            <a:spLocks noGrp="1"/>
          </p:cNvSpPr>
          <p:nvPr>
            <p:ph type="title"/>
          </p:nvPr>
        </p:nvSpPr>
        <p:spPr/>
        <p:txBody>
          <a:bodyPr/>
          <a:lstStyle/>
          <a:p>
            <a:r>
              <a:rPr lang="en-US" dirty="0"/>
              <a:t>Elements of Sequence Diagram</a:t>
            </a:r>
          </a:p>
        </p:txBody>
      </p:sp>
      <p:sp>
        <p:nvSpPr>
          <p:cNvPr id="3" name="Content Placeholder 2">
            <a:extLst>
              <a:ext uri="{FF2B5EF4-FFF2-40B4-BE49-F238E27FC236}">
                <a16:creationId xmlns:a16="http://schemas.microsoft.com/office/drawing/2014/main" id="{7A19020B-12C9-4F63-8548-863F61E9722D}"/>
              </a:ext>
            </a:extLst>
          </p:cNvPr>
          <p:cNvSpPr>
            <a:spLocks noGrp="1"/>
          </p:cNvSpPr>
          <p:nvPr>
            <p:ph idx="1"/>
          </p:nvPr>
        </p:nvSpPr>
        <p:spPr/>
        <p:txBody>
          <a:bodyPr>
            <a:normAutofit fontScale="85000" lnSpcReduction="10000"/>
          </a:bodyPr>
          <a:lstStyle/>
          <a:p>
            <a:r>
              <a:rPr lang="en-US" dirty="0"/>
              <a:t>Objects involved in the interactions as per case study (Dynamic view element)</a:t>
            </a:r>
          </a:p>
          <a:p>
            <a:pPr lvl="1"/>
            <a:r>
              <a:rPr lang="en-US" dirty="0"/>
              <a:t>Distributed on horizontal axis</a:t>
            </a:r>
          </a:p>
          <a:p>
            <a:r>
              <a:rPr lang="en-US" dirty="0"/>
              <a:t>Messages (Interaction)</a:t>
            </a:r>
          </a:p>
          <a:p>
            <a:pPr lvl="1"/>
            <a:r>
              <a:rPr lang="en-US" dirty="0"/>
              <a:t>Distributed on vertical time-axis starting from top</a:t>
            </a:r>
          </a:p>
          <a:p>
            <a:pPr lvl="1"/>
            <a:r>
              <a:rPr lang="en-US" dirty="0"/>
              <a:t>Types of messages:</a:t>
            </a:r>
          </a:p>
          <a:p>
            <a:pPr lvl="2"/>
            <a:r>
              <a:rPr lang="en-US" dirty="0"/>
              <a:t>Synchronous Messages (Function call with a response/ return)</a:t>
            </a:r>
          </a:p>
          <a:p>
            <a:pPr lvl="2"/>
            <a:r>
              <a:rPr lang="en-US" dirty="0"/>
              <a:t>Asynchronous Messages (Function call without a response when no data value is returned)</a:t>
            </a:r>
          </a:p>
          <a:p>
            <a:r>
              <a:rPr lang="en-US" dirty="0"/>
              <a:t>Interaction Frames [from version 2.0] (with structured control operators)</a:t>
            </a:r>
          </a:p>
          <a:p>
            <a:pPr lvl="1"/>
            <a:r>
              <a:rPr lang="en-US" dirty="0"/>
              <a:t>ALT, OPT, PAR, LOOP, etc.</a:t>
            </a:r>
          </a:p>
        </p:txBody>
      </p:sp>
    </p:spTree>
    <p:extLst>
      <p:ext uri="{BB962C8B-B14F-4D97-AF65-F5344CB8AC3E}">
        <p14:creationId xmlns:p14="http://schemas.microsoft.com/office/powerpoint/2010/main" val="40368626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2FA70C6A-66D4-4D5D-9F31-144CAC101595}"/>
              </a:ext>
            </a:extLst>
          </p:cNvPr>
          <p:cNvSpPr>
            <a:spLocks noGrp="1"/>
          </p:cNvSpPr>
          <p:nvPr>
            <p:ph type="title"/>
          </p:nvPr>
        </p:nvSpPr>
        <p:spPr/>
        <p:txBody>
          <a:bodyPr/>
          <a:lstStyle/>
          <a:p>
            <a:r>
              <a:rPr lang="en-US" altLang="en-US"/>
              <a:t>Sequence Diagram</a:t>
            </a:r>
          </a:p>
        </p:txBody>
      </p:sp>
      <p:pic>
        <p:nvPicPr>
          <p:cNvPr id="6147" name="Picture 3">
            <a:extLst>
              <a:ext uri="{FF2B5EF4-FFF2-40B4-BE49-F238E27FC236}">
                <a16:creationId xmlns:a16="http://schemas.microsoft.com/office/drawing/2014/main" id="{C0CE4695-5185-40FE-884C-CDC53144574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2027238"/>
            <a:ext cx="5111750" cy="429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38DF605B-C51E-4DAF-9F62-FF59A2898F50}"/>
              </a:ext>
            </a:extLst>
          </p:cNvPr>
          <p:cNvSpPr txBox="1"/>
          <p:nvPr/>
        </p:nvSpPr>
        <p:spPr>
          <a:xfrm>
            <a:off x="4267200" y="1371600"/>
            <a:ext cx="3124200" cy="338138"/>
          </a:xfrm>
          <a:prstGeom prst="rect">
            <a:avLst/>
          </a:prstGeom>
          <a:noFill/>
        </p:spPr>
        <p:txBody>
          <a:bodyPr>
            <a:spAutoFit/>
          </a:bodyPr>
          <a:lstStyle/>
          <a:p>
            <a:pPr algn="ctr">
              <a:defRPr/>
            </a:pPr>
            <a:r>
              <a:rPr lang="en-US" sz="1600" b="1" i="1" dirty="0">
                <a:solidFill>
                  <a:schemeClr val="accent1">
                    <a:lumMod val="75000"/>
                  </a:schemeClr>
                </a:solidFill>
              </a:rPr>
              <a:t>Object Axis</a:t>
            </a:r>
          </a:p>
        </p:txBody>
      </p:sp>
      <p:sp>
        <p:nvSpPr>
          <p:cNvPr id="6" name="TextBox 5">
            <a:extLst>
              <a:ext uri="{FF2B5EF4-FFF2-40B4-BE49-F238E27FC236}">
                <a16:creationId xmlns:a16="http://schemas.microsoft.com/office/drawing/2014/main" id="{77CA3A90-9A8E-4BEC-8FF8-DA47DFE5DD26}"/>
              </a:ext>
            </a:extLst>
          </p:cNvPr>
          <p:cNvSpPr txBox="1"/>
          <p:nvPr/>
        </p:nvSpPr>
        <p:spPr>
          <a:xfrm>
            <a:off x="1981200" y="4046538"/>
            <a:ext cx="1295400" cy="830262"/>
          </a:xfrm>
          <a:prstGeom prst="rect">
            <a:avLst/>
          </a:prstGeom>
          <a:noFill/>
        </p:spPr>
        <p:txBody>
          <a:bodyPr>
            <a:spAutoFit/>
          </a:bodyPr>
          <a:lstStyle/>
          <a:p>
            <a:pPr algn="ctr">
              <a:defRPr/>
            </a:pPr>
            <a:r>
              <a:rPr lang="en-US" sz="1600" b="1" i="1" dirty="0">
                <a:solidFill>
                  <a:schemeClr val="accent1">
                    <a:lumMod val="75000"/>
                  </a:schemeClr>
                </a:solidFill>
              </a:rPr>
              <a:t>Time Axis/</a:t>
            </a:r>
          </a:p>
          <a:p>
            <a:pPr algn="ctr">
              <a:defRPr/>
            </a:pPr>
            <a:r>
              <a:rPr lang="en-US" sz="1600" b="1" i="1" dirty="0">
                <a:solidFill>
                  <a:schemeClr val="accent1">
                    <a:lumMod val="75000"/>
                  </a:schemeClr>
                </a:solidFill>
              </a:rPr>
              <a:t>Object lifeline</a:t>
            </a:r>
          </a:p>
        </p:txBody>
      </p:sp>
      <p:sp>
        <p:nvSpPr>
          <p:cNvPr id="8" name="Left Brace 7">
            <a:extLst>
              <a:ext uri="{FF2B5EF4-FFF2-40B4-BE49-F238E27FC236}">
                <a16:creationId xmlns:a16="http://schemas.microsoft.com/office/drawing/2014/main" id="{046239D8-300A-431E-A85F-71CCF880E92A}"/>
              </a:ext>
            </a:extLst>
          </p:cNvPr>
          <p:cNvSpPr/>
          <p:nvPr/>
        </p:nvSpPr>
        <p:spPr>
          <a:xfrm rot="5400000">
            <a:off x="5778500" y="-63500"/>
            <a:ext cx="254000" cy="3733800"/>
          </a:xfrm>
          <a:prstGeom prst="leftBrace">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9" name="Left Brace 8">
            <a:extLst>
              <a:ext uri="{FF2B5EF4-FFF2-40B4-BE49-F238E27FC236}">
                <a16:creationId xmlns:a16="http://schemas.microsoft.com/office/drawing/2014/main" id="{23B6DED6-DAC7-494B-87E8-ACD653C5F7DB}"/>
              </a:ext>
            </a:extLst>
          </p:cNvPr>
          <p:cNvSpPr/>
          <p:nvPr/>
        </p:nvSpPr>
        <p:spPr>
          <a:xfrm>
            <a:off x="3175000" y="2566988"/>
            <a:ext cx="254000" cy="3733800"/>
          </a:xfrm>
          <a:prstGeom prst="leftBrace">
            <a:avLst/>
          </a:prstGeom>
          <a:ln>
            <a:solidFill>
              <a:srgbClr val="0070C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cxnSp>
        <p:nvCxnSpPr>
          <p:cNvPr id="10" name="Straight Arrow Connector 9">
            <a:extLst>
              <a:ext uri="{FF2B5EF4-FFF2-40B4-BE49-F238E27FC236}">
                <a16:creationId xmlns:a16="http://schemas.microsoft.com/office/drawing/2014/main" id="{A45CDA21-B5A3-4F85-AEDB-E933C412FE50}"/>
              </a:ext>
            </a:extLst>
          </p:cNvPr>
          <p:cNvCxnSpPr/>
          <p:nvPr/>
        </p:nvCxnSpPr>
        <p:spPr>
          <a:xfrm>
            <a:off x="2590800" y="5029200"/>
            <a:ext cx="0" cy="838200"/>
          </a:xfrm>
          <a:prstGeom prst="straightConnector1">
            <a:avLst/>
          </a:prstGeom>
          <a:ln>
            <a:tailEnd type="arrow" w="lg"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9AA0B555-CDDF-4136-A975-78A377F261F7}"/>
              </a:ext>
            </a:extLst>
          </p:cNvPr>
          <p:cNvSpPr>
            <a:spLocks noGrp="1"/>
          </p:cNvSpPr>
          <p:nvPr>
            <p:ph type="title"/>
          </p:nvPr>
        </p:nvSpPr>
        <p:spPr/>
        <p:txBody>
          <a:bodyPr/>
          <a:lstStyle/>
          <a:p>
            <a:r>
              <a:rPr lang="en-US" altLang="en-US"/>
              <a:t>Messages (Interaction)</a:t>
            </a:r>
          </a:p>
        </p:txBody>
      </p:sp>
      <p:sp>
        <p:nvSpPr>
          <p:cNvPr id="3" name="Content Placeholder 2">
            <a:extLst>
              <a:ext uri="{FF2B5EF4-FFF2-40B4-BE49-F238E27FC236}">
                <a16:creationId xmlns:a16="http://schemas.microsoft.com/office/drawing/2014/main" id="{8EFD6D9B-08A0-4AED-B808-0F74B300D63C}"/>
              </a:ext>
            </a:extLst>
          </p:cNvPr>
          <p:cNvSpPr>
            <a:spLocks noGrp="1"/>
          </p:cNvSpPr>
          <p:nvPr>
            <p:ph idx="1"/>
          </p:nvPr>
        </p:nvSpPr>
        <p:spPr/>
        <p:txBody>
          <a:bodyPr>
            <a:normAutofit fontScale="77500" lnSpcReduction="20000"/>
          </a:bodyPr>
          <a:lstStyle/>
          <a:p>
            <a:pPr>
              <a:defRPr/>
            </a:pPr>
            <a:r>
              <a:rPr lang="en-US" dirty="0"/>
              <a:t>A message or stimulus is usually a call, a signal, or a response </a:t>
            </a:r>
          </a:p>
          <a:p>
            <a:pPr>
              <a:defRPr/>
            </a:pPr>
            <a:r>
              <a:rPr lang="en-US" dirty="0"/>
              <a:t>A message is represented by an arrow. The type of arrow visually describes the type of message</a:t>
            </a:r>
          </a:p>
          <a:p>
            <a:pPr>
              <a:defRPr/>
            </a:pPr>
            <a:r>
              <a:rPr lang="en-US" dirty="0"/>
              <a:t>The solid line and solid arrowhead style represent a message that requires a response known as </a:t>
            </a:r>
            <a:r>
              <a:rPr lang="en-US" i="1" dirty="0"/>
              <a:t>Synchronous</a:t>
            </a:r>
            <a:r>
              <a:rPr lang="en-US" dirty="0"/>
              <a:t> message</a:t>
            </a:r>
          </a:p>
          <a:p>
            <a:pPr>
              <a:defRPr/>
            </a:pPr>
            <a:endParaRPr lang="en-US" dirty="0"/>
          </a:p>
          <a:p>
            <a:pPr>
              <a:defRPr/>
            </a:pPr>
            <a:r>
              <a:rPr lang="en-US" dirty="0"/>
              <a:t>The dashed arrows are the responses</a:t>
            </a:r>
          </a:p>
          <a:p>
            <a:pPr>
              <a:defRPr/>
            </a:pPr>
            <a:endParaRPr lang="en-US" dirty="0"/>
          </a:p>
          <a:p>
            <a:pPr>
              <a:defRPr/>
            </a:pPr>
            <a:r>
              <a:rPr lang="en-US" dirty="0"/>
              <a:t>An </a:t>
            </a:r>
            <a:r>
              <a:rPr lang="en-US" i="1" dirty="0"/>
              <a:t>Asynchronous message is used</a:t>
            </a:r>
            <a:r>
              <a:rPr lang="en-US" dirty="0"/>
              <a:t> when the event is simply a signal to another object to do something; doesn’t return any value or data</a:t>
            </a:r>
          </a:p>
          <a:p>
            <a:pPr>
              <a:defRPr/>
            </a:pPr>
            <a:endParaRPr lang="en-US" dirty="0"/>
          </a:p>
          <a:p>
            <a:pPr>
              <a:defRPr/>
            </a:pPr>
            <a:r>
              <a:rPr lang="en-US" dirty="0"/>
              <a:t>An </a:t>
            </a:r>
            <a:r>
              <a:rPr lang="en-US" i="1" dirty="0"/>
              <a:t>asynchronous</a:t>
            </a:r>
            <a:r>
              <a:rPr lang="en-US" dirty="0"/>
              <a:t> message uses a stick arrowhead</a:t>
            </a:r>
          </a:p>
        </p:txBody>
      </p:sp>
      <p:cxnSp>
        <p:nvCxnSpPr>
          <p:cNvPr id="7" name="Straight Arrow Connector 6">
            <a:extLst>
              <a:ext uri="{FF2B5EF4-FFF2-40B4-BE49-F238E27FC236}">
                <a16:creationId xmlns:a16="http://schemas.microsoft.com/office/drawing/2014/main" id="{F73F1AB2-23B3-4E3D-96CD-A38795A8651F}"/>
              </a:ext>
            </a:extLst>
          </p:cNvPr>
          <p:cNvCxnSpPr/>
          <p:nvPr/>
        </p:nvCxnSpPr>
        <p:spPr>
          <a:xfrm>
            <a:off x="4191965" y="3505200"/>
            <a:ext cx="2209800" cy="0"/>
          </a:xfrm>
          <a:prstGeom prst="straightConnector1">
            <a:avLst/>
          </a:prstGeom>
          <a:ln w="25400">
            <a:solidFill>
              <a:schemeClr val="tx1"/>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1E1B57E-8EEA-46FC-B202-2C60BC627463}"/>
              </a:ext>
            </a:extLst>
          </p:cNvPr>
          <p:cNvCxnSpPr/>
          <p:nvPr/>
        </p:nvCxnSpPr>
        <p:spPr>
          <a:xfrm>
            <a:off x="4191965" y="5334000"/>
            <a:ext cx="2209800" cy="0"/>
          </a:xfrm>
          <a:prstGeom prst="straightConnector1">
            <a:avLst/>
          </a:prstGeom>
          <a:ln w="25400">
            <a:solidFill>
              <a:schemeClr val="tx1"/>
            </a:solidFill>
            <a:tailEnd type="arrow" w="lg" len="lg"/>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7B5FC292-93A8-4437-9785-E35C1476C44F}"/>
              </a:ext>
            </a:extLst>
          </p:cNvPr>
          <p:cNvCxnSpPr/>
          <p:nvPr/>
        </p:nvCxnSpPr>
        <p:spPr>
          <a:xfrm>
            <a:off x="4191965" y="4267200"/>
            <a:ext cx="2209800" cy="0"/>
          </a:xfrm>
          <a:prstGeom prst="straightConnector1">
            <a:avLst/>
          </a:prstGeom>
          <a:ln w="25400">
            <a:solidFill>
              <a:schemeClr val="tx1"/>
            </a:solidFill>
            <a:prstDash val="lgDash"/>
            <a:headEnd type="arrow" w="lg" len="lg"/>
            <a:tailEnd type="none" w="lg" len="lg"/>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E866BB70-6525-4D15-9A54-D58226D4ED4A}"/>
              </a:ext>
            </a:extLst>
          </p:cNvPr>
          <p:cNvSpPr>
            <a:spLocks noGrp="1"/>
          </p:cNvSpPr>
          <p:nvPr>
            <p:ph type="title"/>
          </p:nvPr>
        </p:nvSpPr>
        <p:spPr/>
        <p:txBody>
          <a:bodyPr/>
          <a:lstStyle/>
          <a:p>
            <a:r>
              <a:rPr lang="en-US" altLang="en-US"/>
              <a:t>More on Sequence Diagram</a:t>
            </a:r>
          </a:p>
        </p:txBody>
      </p:sp>
      <p:sp>
        <p:nvSpPr>
          <p:cNvPr id="8195" name="Content Placeholder 2">
            <a:extLst>
              <a:ext uri="{FF2B5EF4-FFF2-40B4-BE49-F238E27FC236}">
                <a16:creationId xmlns:a16="http://schemas.microsoft.com/office/drawing/2014/main" id="{1F8537A9-2636-440B-8EB1-F0C5CEA55A13}"/>
              </a:ext>
            </a:extLst>
          </p:cNvPr>
          <p:cNvSpPr>
            <a:spLocks noGrp="1"/>
          </p:cNvSpPr>
          <p:nvPr>
            <p:ph idx="1"/>
          </p:nvPr>
        </p:nvSpPr>
        <p:spPr>
          <a:xfrm>
            <a:off x="6910507" y="1951038"/>
            <a:ext cx="3440847" cy="4068762"/>
          </a:xfrm>
        </p:spPr>
        <p:txBody>
          <a:bodyPr>
            <a:normAutofit lnSpcReduction="10000"/>
          </a:bodyPr>
          <a:lstStyle/>
          <a:p>
            <a:pPr marL="514350" indent="-514350">
              <a:buFont typeface="Calibri" panose="020F0502020204030204" pitchFamily="34" charset="0"/>
              <a:buAutoNum type="arabicPeriod"/>
              <a:defRPr/>
            </a:pPr>
            <a:r>
              <a:rPr lang="en-US" sz="1800" i="1" dirty="0"/>
              <a:t>Activation: The start of the vertical rectangle, the activation bar</a:t>
            </a:r>
          </a:p>
          <a:p>
            <a:pPr marL="514350" indent="-514350">
              <a:buFont typeface="Calibri" panose="020F0502020204030204" pitchFamily="34" charset="0"/>
              <a:buAutoNum type="arabicPeriod"/>
              <a:defRPr/>
            </a:pPr>
            <a:r>
              <a:rPr lang="en-US" sz="1800" i="1" dirty="0"/>
              <a:t>Deactivation: The end of the vertical rectangle, the activation bar</a:t>
            </a:r>
          </a:p>
          <a:p>
            <a:pPr marL="514350" indent="-514350">
              <a:buFont typeface="Calibri" panose="020F0502020204030204" pitchFamily="34" charset="0"/>
              <a:buAutoNum type="arabicPeriod"/>
              <a:defRPr/>
            </a:pPr>
            <a:r>
              <a:rPr lang="en-US" sz="1800" i="1" dirty="0"/>
              <a:t>Timeout event: Typically signified by a full arrowhead with a small clock face or circle on the line</a:t>
            </a:r>
          </a:p>
          <a:p>
            <a:pPr marL="514350" indent="-514350">
              <a:buFont typeface="Calibri" panose="020F0502020204030204" pitchFamily="34" charset="0"/>
              <a:buAutoNum type="arabicPeriod"/>
              <a:defRPr/>
            </a:pPr>
            <a:r>
              <a:rPr lang="en-US" sz="1800" i="1" dirty="0"/>
              <a:t>Asynchronous event: Typically signified by a stick arrowhead</a:t>
            </a:r>
          </a:p>
          <a:p>
            <a:pPr marL="514350" indent="-514350">
              <a:buFont typeface="Calibri" panose="020F0502020204030204" pitchFamily="34" charset="0"/>
              <a:buAutoNum type="arabicPeriod"/>
              <a:defRPr/>
            </a:pPr>
            <a:r>
              <a:rPr lang="en-US" sz="1800" i="1" dirty="0"/>
              <a:t>Object termination symbolized by an X</a:t>
            </a:r>
          </a:p>
        </p:txBody>
      </p:sp>
      <p:pic>
        <p:nvPicPr>
          <p:cNvPr id="8196" name="Picture 3">
            <a:extLst>
              <a:ext uri="{FF2B5EF4-FFF2-40B4-BE49-F238E27FC236}">
                <a16:creationId xmlns:a16="http://schemas.microsoft.com/office/drawing/2014/main" id="{45FA918C-2224-4676-AB25-B50238554B1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40648" y="1524000"/>
            <a:ext cx="4902045" cy="5059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id="{4D76DFAE-642E-459E-A9A7-10812D5F6B16}"/>
              </a:ext>
            </a:extLst>
          </p:cNvPr>
          <p:cNvSpPr>
            <a:spLocks noGrp="1"/>
          </p:cNvSpPr>
          <p:nvPr>
            <p:ph type="title"/>
          </p:nvPr>
        </p:nvSpPr>
        <p:spPr/>
        <p:txBody>
          <a:bodyPr/>
          <a:lstStyle/>
          <a:p>
            <a:r>
              <a:rPr lang="en-US" altLang="en-US"/>
              <a:t>Sequence Diagram 2.0</a:t>
            </a:r>
          </a:p>
        </p:txBody>
      </p:sp>
      <p:sp>
        <p:nvSpPr>
          <p:cNvPr id="9219" name="Content Placeholder 2">
            <a:extLst>
              <a:ext uri="{FF2B5EF4-FFF2-40B4-BE49-F238E27FC236}">
                <a16:creationId xmlns:a16="http://schemas.microsoft.com/office/drawing/2014/main" id="{D30775F5-EFA0-4577-B89C-2BBDFAAF19D3}"/>
              </a:ext>
            </a:extLst>
          </p:cNvPr>
          <p:cNvSpPr>
            <a:spLocks noGrp="1"/>
          </p:cNvSpPr>
          <p:nvPr>
            <p:ph idx="1"/>
          </p:nvPr>
        </p:nvSpPr>
        <p:spPr/>
        <p:txBody>
          <a:bodyPr>
            <a:normAutofit/>
          </a:bodyPr>
          <a:lstStyle/>
          <a:p>
            <a:r>
              <a:rPr lang="en-US" altLang="en-US" b="1" dirty="0"/>
              <a:t>Structured Control Operators (Interaction Frames)</a:t>
            </a:r>
          </a:p>
          <a:p>
            <a:pPr lvl="1"/>
            <a:r>
              <a:rPr lang="en-US" altLang="en-US" b="1" dirty="0"/>
              <a:t>‘OPT’: Optional</a:t>
            </a:r>
          </a:p>
          <a:p>
            <a:pPr lvl="1"/>
            <a:r>
              <a:rPr lang="en-US" altLang="en-US" b="1" dirty="0"/>
              <a:t>‘ALT’: Alternate</a:t>
            </a:r>
          </a:p>
          <a:p>
            <a:pPr lvl="1"/>
            <a:r>
              <a:rPr lang="en-US" altLang="en-US" b="1" dirty="0"/>
              <a:t>‘PAR’: Parallel</a:t>
            </a:r>
          </a:p>
          <a:p>
            <a:pPr lvl="1"/>
            <a:r>
              <a:rPr lang="en-US" altLang="en-US" b="1" dirty="0"/>
              <a:t>‘Loop’: Iterative</a:t>
            </a:r>
          </a:p>
          <a:p>
            <a:pPr lvl="1"/>
            <a:r>
              <a:rPr lang="en-US" altLang="en-US" b="1" dirty="0"/>
              <a:t>‘Ref’: Reference</a:t>
            </a:r>
          </a:p>
          <a:p>
            <a:pPr lvl="1"/>
            <a:r>
              <a:rPr lang="en-US" altLang="en-US" b="1" i="1" dirty="0"/>
              <a:t>There are many operators, but these are most common</a:t>
            </a:r>
            <a:endParaRPr lang="en-US" altLang="en-US" i="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0FC6949A-B0F3-4954-90A2-1D0B0F98F643}"/>
              </a:ext>
            </a:extLst>
          </p:cNvPr>
          <p:cNvSpPr>
            <a:spLocks noGrp="1"/>
          </p:cNvSpPr>
          <p:nvPr>
            <p:ph type="title"/>
          </p:nvPr>
        </p:nvSpPr>
        <p:spPr/>
        <p:txBody>
          <a:bodyPr/>
          <a:lstStyle/>
          <a:p>
            <a:r>
              <a:rPr lang="en-US" altLang="en-US"/>
              <a:t>Sequence Diagram with Structured Controls</a:t>
            </a:r>
          </a:p>
        </p:txBody>
      </p:sp>
      <p:pic>
        <p:nvPicPr>
          <p:cNvPr id="10243" name="Picture 5">
            <a:extLst>
              <a:ext uri="{FF2B5EF4-FFF2-40B4-BE49-F238E27FC236}">
                <a16:creationId xmlns:a16="http://schemas.microsoft.com/office/drawing/2014/main" id="{049935CB-FEC8-4E03-9242-C23E04E1846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038600" y="1676400"/>
            <a:ext cx="4114800" cy="483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7F371619-A2A2-409C-A9F1-8714F455EB95}"/>
              </a:ext>
            </a:extLst>
          </p:cNvPr>
          <p:cNvSpPr>
            <a:spLocks noGrp="1"/>
          </p:cNvSpPr>
          <p:nvPr>
            <p:ph type="title"/>
          </p:nvPr>
        </p:nvSpPr>
        <p:spPr/>
        <p:txBody>
          <a:bodyPr/>
          <a:lstStyle/>
          <a:p>
            <a:r>
              <a:rPr lang="en-US" altLang="en-US"/>
              <a:t>Case Studies </a:t>
            </a:r>
            <a:br>
              <a:rPr lang="en-US" altLang="en-US"/>
            </a:br>
            <a:r>
              <a:rPr lang="en-US" altLang="en-US" sz="3200"/>
              <a:t>(Without Structured Control Operators)</a:t>
            </a:r>
          </a:p>
        </p:txBody>
      </p:sp>
      <p:sp>
        <p:nvSpPr>
          <p:cNvPr id="3" name="Content Placeholder 2">
            <a:extLst>
              <a:ext uri="{FF2B5EF4-FFF2-40B4-BE49-F238E27FC236}">
                <a16:creationId xmlns:a16="http://schemas.microsoft.com/office/drawing/2014/main" id="{2BB9BC9A-85B6-4887-82CB-F136A2206E38}"/>
              </a:ext>
            </a:extLst>
          </p:cNvPr>
          <p:cNvSpPr>
            <a:spLocks noGrp="1"/>
          </p:cNvSpPr>
          <p:nvPr>
            <p:ph idx="1"/>
          </p:nvPr>
        </p:nvSpPr>
        <p:spPr>
          <a:xfrm>
            <a:off x="685800" y="1600201"/>
            <a:ext cx="10896600" cy="4525963"/>
          </a:xfrm>
        </p:spPr>
        <p:txBody>
          <a:bodyPr>
            <a:noAutofit/>
          </a:bodyPr>
          <a:lstStyle/>
          <a:p>
            <a:pPr marL="0" indent="0">
              <a:buNone/>
              <a:defRPr/>
            </a:pPr>
            <a:r>
              <a:rPr lang="en-US" sz="2000" b="1" u="sng" dirty="0"/>
              <a:t>Case 1</a:t>
            </a:r>
            <a:endParaRPr lang="en-US" sz="2000" dirty="0"/>
          </a:p>
          <a:p>
            <a:pPr>
              <a:defRPr/>
            </a:pPr>
            <a:r>
              <a:rPr lang="en-US" sz="2000" dirty="0"/>
              <a:t>In a withdrawal transaction of an ATM Machine system the customer inserts his ATM card in the machine. The machine then verifies the customer authentication using the information provided in customer account. After successful verification the machine takes withdrawal request from the customer and checks whether the request is valid or not. A valid request is carried out by the machine.</a:t>
            </a:r>
          </a:p>
          <a:p>
            <a:pPr marL="0" indent="0">
              <a:buNone/>
              <a:defRPr/>
            </a:pPr>
            <a:r>
              <a:rPr lang="en-US" sz="2000" b="1" u="sng" dirty="0"/>
              <a:t>Case 2</a:t>
            </a:r>
            <a:endParaRPr lang="en-US" sz="2000" dirty="0"/>
          </a:p>
          <a:p>
            <a:pPr>
              <a:defRPr/>
            </a:pPr>
            <a:r>
              <a:rPr lang="en-US" sz="2000" dirty="0"/>
              <a:t>In a library management system of a university a member can place a request to book a journal to the librarian. Before the librarian can complete the booking the member has to be verified of his status whether he is allowed to borrow journals or not. The journal then has to be located whether it is in the campus where the request was made, or it is in a different campus. If the journal is in a different campus the librarian makes a request for the journal to be sent at the requested campus. The librarian then informs the member about the time required for the journal to reach and completes the booking.</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257447E8-C2FE-4F4B-A521-90BF3246B2E6}"/>
              </a:ext>
            </a:extLst>
          </p:cNvPr>
          <p:cNvSpPr>
            <a:spLocks noGrp="1"/>
          </p:cNvSpPr>
          <p:nvPr>
            <p:ph type="title"/>
          </p:nvPr>
        </p:nvSpPr>
        <p:spPr/>
        <p:txBody>
          <a:bodyPr/>
          <a:lstStyle/>
          <a:p>
            <a:r>
              <a:rPr lang="en-US" altLang="en-US"/>
              <a:t>Case Studies </a:t>
            </a:r>
            <a:br>
              <a:rPr lang="en-US" altLang="en-US"/>
            </a:br>
            <a:r>
              <a:rPr lang="en-US" altLang="en-US" sz="3200"/>
              <a:t>(With Structured Control Operators)</a:t>
            </a:r>
            <a:endParaRPr lang="en-US" altLang="en-US"/>
          </a:p>
        </p:txBody>
      </p:sp>
      <p:sp>
        <p:nvSpPr>
          <p:cNvPr id="3" name="Content Placeholder 2">
            <a:extLst>
              <a:ext uri="{FF2B5EF4-FFF2-40B4-BE49-F238E27FC236}">
                <a16:creationId xmlns:a16="http://schemas.microsoft.com/office/drawing/2014/main" id="{FAC3689B-973B-4D49-9CBE-DF20476D381B}"/>
              </a:ext>
            </a:extLst>
          </p:cNvPr>
          <p:cNvSpPr>
            <a:spLocks noGrp="1"/>
          </p:cNvSpPr>
          <p:nvPr>
            <p:ph idx="1"/>
          </p:nvPr>
        </p:nvSpPr>
        <p:spPr/>
        <p:txBody>
          <a:bodyPr>
            <a:normAutofit fontScale="62500" lnSpcReduction="20000"/>
          </a:bodyPr>
          <a:lstStyle/>
          <a:p>
            <a:pPr marL="0" indent="0">
              <a:buNone/>
              <a:defRPr/>
            </a:pPr>
            <a:r>
              <a:rPr lang="en-US" b="1" u="sng" dirty="0"/>
              <a:t>Case 3</a:t>
            </a:r>
            <a:endParaRPr lang="en-US" dirty="0"/>
          </a:p>
          <a:p>
            <a:pPr>
              <a:defRPr/>
            </a:pPr>
            <a:r>
              <a:rPr lang="en-US" dirty="0"/>
              <a:t>In a withdrawal transaction of an ATM Machine system the customer inserts his ATM card in the machine. The machine then verifies the customer authentication using the information provided in customer account. After successful verification the machine takes withdrawal request from the customer and checks whether the request is valid or not. A valid request is carried out by the machine. If the withdrawal request is not valid, the request is declined. In case of unsuccessful verification customer authentication, the customer request is denied. </a:t>
            </a:r>
          </a:p>
          <a:p>
            <a:pPr marL="0" indent="0">
              <a:buNone/>
              <a:defRPr/>
            </a:pPr>
            <a:r>
              <a:rPr lang="en-US" dirty="0"/>
              <a:t> </a:t>
            </a:r>
          </a:p>
          <a:p>
            <a:pPr marL="0" indent="0">
              <a:buNone/>
              <a:defRPr/>
            </a:pPr>
            <a:r>
              <a:rPr lang="en-US" b="1" u="sng" dirty="0"/>
              <a:t>Case 4</a:t>
            </a:r>
            <a:endParaRPr lang="en-US" dirty="0"/>
          </a:p>
          <a:p>
            <a:pPr>
              <a:defRPr/>
            </a:pPr>
            <a:r>
              <a:rPr lang="en-US" dirty="0"/>
              <a:t>In a library management system, a student can borrow books. When a student brings the books, he wants to borrow to the librarian, the librarian places a borrowing request by scanning the student ID. A borrowing object is created at that time which performs all the borrowing related tasks. It checks the student status from the database. If the student is a regular student and doesn’t have any overdue book, the system allows for the books to be scanned. After the books are scanned the data is written in the database and the librarian is informed </a:t>
            </a:r>
            <a:r>
              <a:rPr lang="en-US" b="1" dirty="0">
                <a:solidFill>
                  <a:srgbClr val="FF0000"/>
                </a:solidFill>
              </a:rPr>
              <a:t>at the same time.</a:t>
            </a:r>
            <a:r>
              <a:rPr lang="en-US" dirty="0"/>
              <a:t> If the student is regular but already has overdue books with him, the request is denied. If the student status is not regular, the request is also denied.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C59B1D7E-5458-4318-9B1D-C479A12EC0E5}"/>
              </a:ext>
            </a:extLst>
          </p:cNvPr>
          <p:cNvSpPr>
            <a:spLocks noGrp="1"/>
          </p:cNvSpPr>
          <p:nvPr>
            <p:ph type="title"/>
          </p:nvPr>
        </p:nvSpPr>
        <p:spPr/>
        <p:txBody>
          <a:bodyPr/>
          <a:lstStyle/>
          <a:p>
            <a:r>
              <a:rPr lang="en-US" altLang="en-US"/>
              <a:t>Case Studies </a:t>
            </a:r>
            <a:br>
              <a:rPr lang="en-US" altLang="en-US"/>
            </a:br>
            <a:r>
              <a:rPr lang="en-US" altLang="en-US" sz="3200"/>
              <a:t>(With Structured Control Operators)</a:t>
            </a:r>
            <a:endParaRPr lang="en-US" altLang="en-US"/>
          </a:p>
        </p:txBody>
      </p:sp>
      <p:sp>
        <p:nvSpPr>
          <p:cNvPr id="3" name="Content Placeholder 2">
            <a:extLst>
              <a:ext uri="{FF2B5EF4-FFF2-40B4-BE49-F238E27FC236}">
                <a16:creationId xmlns:a16="http://schemas.microsoft.com/office/drawing/2014/main" id="{A5FC3D62-5944-4EA7-B9AB-7DF391751E0C}"/>
              </a:ext>
            </a:extLst>
          </p:cNvPr>
          <p:cNvSpPr>
            <a:spLocks noGrp="1"/>
          </p:cNvSpPr>
          <p:nvPr>
            <p:ph idx="1"/>
          </p:nvPr>
        </p:nvSpPr>
        <p:spPr>
          <a:xfrm>
            <a:off x="762000" y="1600200"/>
            <a:ext cx="10515600" cy="4800600"/>
          </a:xfrm>
        </p:spPr>
        <p:txBody>
          <a:bodyPr>
            <a:noAutofit/>
          </a:bodyPr>
          <a:lstStyle/>
          <a:p>
            <a:pPr marL="0" indent="0">
              <a:buNone/>
              <a:defRPr/>
            </a:pPr>
            <a:r>
              <a:rPr lang="en-US" sz="1800" b="1" u="sng" dirty="0"/>
              <a:t>Case 5</a:t>
            </a:r>
            <a:endParaRPr lang="en-US" sz="1800" dirty="0"/>
          </a:p>
          <a:p>
            <a:pPr>
              <a:defRPr/>
            </a:pPr>
            <a:r>
              <a:rPr lang="en-US" sz="1800" dirty="0"/>
              <a:t>When a patient places a request for hospital bed, the system checks if the patient has a reference of a doctor or not. If doctor’s reference is available, the system checks whether hospital facilities are available. If hospital facilities are available, the list of facilities is sent to the patient. The patient chooses his desired facility. The booking is written in the booking database and the patient is confirmed at the same time. If no facility is available, the system notifies the patient. If doctor’s reference is not available, patient’s request is denied.</a:t>
            </a:r>
          </a:p>
          <a:p>
            <a:pPr marL="0" indent="0">
              <a:buNone/>
              <a:defRPr/>
            </a:pPr>
            <a:endParaRPr lang="en-US" sz="1800" dirty="0"/>
          </a:p>
          <a:p>
            <a:pPr marL="0" indent="0">
              <a:buNone/>
              <a:defRPr/>
            </a:pPr>
            <a:r>
              <a:rPr lang="en-US" sz="1800" b="1" u="sng" dirty="0"/>
              <a:t>Case 6</a:t>
            </a:r>
            <a:endParaRPr lang="en-US" sz="1800" dirty="0"/>
          </a:p>
          <a:p>
            <a:pPr>
              <a:defRPr/>
            </a:pPr>
            <a:r>
              <a:rPr lang="en-US" sz="1800" dirty="0"/>
              <a:t>In an online course registration system, a registration object is created when a student selects a course. The registration object check in the database if prerequisites are completed by the student. If completed, the course is added to the registration and the student is confirmed one by one. After confirming the student, the system checks the count of students in the course, whether the capacity is reached or not. If the capacity of the course is reached, the status of the courses is updated, and a log is written simultaneously. On the other hand, if the student did not completed prerequisites, the student request is denied.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1757</TotalTime>
  <Words>1061</Words>
  <Application>Microsoft Office PowerPoint</Application>
  <PresentationFormat>Widescreen</PresentationFormat>
  <Paragraphs>71</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Lecture 7 Sequence Diagram</vt:lpstr>
      <vt:lpstr>Introduction</vt:lpstr>
      <vt:lpstr>Comparison:  Sequence vs. Collaboration/ Communication Diagram</vt:lpstr>
      <vt:lpstr>Elements of Sequence Diagram</vt:lpstr>
      <vt:lpstr>Sequence Diagram</vt:lpstr>
      <vt:lpstr>Messages (Interaction)</vt:lpstr>
      <vt:lpstr>More on Sequence Diagram</vt:lpstr>
      <vt:lpstr>Sequence Diagram 2.0</vt:lpstr>
      <vt:lpstr>Sequence Diagram with Structured Controls</vt:lpstr>
      <vt:lpstr>Case Studies  (Without Structured Control Operators)</vt:lpstr>
      <vt:lpstr>Case Studies  (With Structured Control Operators)</vt:lpstr>
      <vt:lpstr>Case Studies  (With Structured Control Operators)</vt:lpstr>
    </vt:vector>
  </TitlesOfParts>
  <Company>AIUB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Introducing the UML</dc:title>
  <dc:creator>Manzur</dc:creator>
  <cp:lastModifiedBy>Mohaimen-Bin-Noor</cp:lastModifiedBy>
  <cp:revision>134</cp:revision>
  <dcterms:created xsi:type="dcterms:W3CDTF">2010-05-25T07:05:39Z</dcterms:created>
  <dcterms:modified xsi:type="dcterms:W3CDTF">2025-03-01T10:24:13Z</dcterms:modified>
</cp:coreProperties>
</file>