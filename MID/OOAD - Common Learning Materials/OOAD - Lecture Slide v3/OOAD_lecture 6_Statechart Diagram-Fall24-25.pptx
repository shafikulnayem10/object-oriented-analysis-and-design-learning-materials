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3"/>
  </p:handoutMasterIdLst>
  <p:sldIdLst>
    <p:sldId id="256" r:id="rId2"/>
    <p:sldId id="257" r:id="rId3"/>
    <p:sldId id="259" r:id="rId4"/>
    <p:sldId id="258" r:id="rId5"/>
    <p:sldId id="260" r:id="rId6"/>
    <p:sldId id="261" r:id="rId7"/>
    <p:sldId id="264" r:id="rId8"/>
    <p:sldId id="265" r:id="rId9"/>
    <p:sldId id="266" r:id="rId10"/>
    <p:sldId id="277" r:id="rId11"/>
    <p:sldId id="267" r:id="rId1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ZIA SHARMIN" userId="S::sazia.sharmin@aiub.edu::e76e1817-908f-4d6e-a7ec-37593777c360" providerId="AD" clId="Web-{3BFB9D67-96DF-9A9F-664E-23179BAE2DB6}"/>
    <pc:docChg chg="modSld">
      <pc:chgData name="SAZIA SHARMIN" userId="S::sazia.sharmin@aiub.edu::e76e1817-908f-4d6e-a7ec-37593777c360" providerId="AD" clId="Web-{3BFB9D67-96DF-9A9F-664E-23179BAE2DB6}" dt="2024-12-22T06:55:51.274" v="10" actId="14100"/>
      <pc:docMkLst>
        <pc:docMk/>
      </pc:docMkLst>
      <pc:sldChg chg="modSp">
        <pc:chgData name="SAZIA SHARMIN" userId="S::sazia.sharmin@aiub.edu::e76e1817-908f-4d6e-a7ec-37593777c360" providerId="AD" clId="Web-{3BFB9D67-96DF-9A9F-664E-23179BAE2DB6}" dt="2024-12-22T06:55:01.568" v="2" actId="20577"/>
        <pc:sldMkLst>
          <pc:docMk/>
          <pc:sldMk cId="0" sldId="257"/>
        </pc:sldMkLst>
      </pc:sldChg>
      <pc:sldChg chg="modSp">
        <pc:chgData name="SAZIA SHARMIN" userId="S::sazia.sharmin@aiub.edu::e76e1817-908f-4d6e-a7ec-37593777c360" providerId="AD" clId="Web-{3BFB9D67-96DF-9A9F-664E-23179BAE2DB6}" dt="2024-12-22T06:55:51.274" v="10" actId="14100"/>
        <pc:sldMkLst>
          <pc:docMk/>
          <pc:sldMk cId="0" sldId="260"/>
        </pc:sldMkLst>
      </pc:sldChg>
    </pc:docChg>
  </pc:docChgLst>
  <pc:docChgLst>
    <pc:chgData name="Rahul Biswas" userId="S::rbiswas@aiub.edu::d3cdf257-287f-42c3-8da1-84f309a882fd" providerId="AD" clId="Web-{1814C904-0AC7-F5D7-2C0D-3DECDD5DB2EB}"/>
    <pc:docChg chg="addSld delSld">
      <pc:chgData name="Rahul Biswas" userId="S::rbiswas@aiub.edu::d3cdf257-287f-42c3-8da1-84f309a882fd" providerId="AD" clId="Web-{1814C904-0AC7-F5D7-2C0D-3DECDD5DB2EB}" dt="2025-01-07T16:10:08.566" v="1"/>
      <pc:docMkLst>
        <pc:docMk/>
      </pc:docMkLst>
      <pc:sldChg chg="add del">
        <pc:chgData name="Rahul Biswas" userId="S::rbiswas@aiub.edu::d3cdf257-287f-42c3-8da1-84f309a882fd" providerId="AD" clId="Web-{1814C904-0AC7-F5D7-2C0D-3DECDD5DB2EB}" dt="2025-01-07T16:10:08.566" v="1"/>
        <pc:sldMkLst>
          <pc:docMk/>
          <pc:sldMk cId="0" sldId="272"/>
        </pc:sldMkLst>
      </pc:sldChg>
    </pc:docChg>
  </pc:docChgLst>
  <pc:docChgLst>
    <pc:chgData name="Mohaimen-Bin-Noor" userId="450061a4-a9bb-461d-863c-bd280cb5dc2f" providerId="ADAL" clId="{1A987E5D-9F09-4575-938D-008FE1411AB3}"/>
    <pc:docChg chg="delSld">
      <pc:chgData name="Mohaimen-Bin-Noor" userId="450061a4-a9bb-461d-863c-bd280cb5dc2f" providerId="ADAL" clId="{1A987E5D-9F09-4575-938D-008FE1411AB3}" dt="2025-05-06T06:02:46.113" v="1" actId="47"/>
      <pc:docMkLst>
        <pc:docMk/>
      </pc:docMkLst>
      <pc:sldChg chg="del">
        <pc:chgData name="Mohaimen-Bin-Noor" userId="450061a4-a9bb-461d-863c-bd280cb5dc2f" providerId="ADAL" clId="{1A987E5D-9F09-4575-938D-008FE1411AB3}" dt="2025-05-06T06:02:08.604" v="0" actId="47"/>
        <pc:sldMkLst>
          <pc:docMk/>
          <pc:sldMk cId="0" sldId="263"/>
        </pc:sldMkLst>
      </pc:sldChg>
      <pc:sldChg chg="del">
        <pc:chgData name="Mohaimen-Bin-Noor" userId="450061a4-a9bb-461d-863c-bd280cb5dc2f" providerId="ADAL" clId="{1A987E5D-9F09-4575-938D-008FE1411AB3}" dt="2025-05-06T06:02:46.113" v="1" actId="47"/>
        <pc:sldMkLst>
          <pc:docMk/>
          <pc:sldMk cId="0" sldId="273"/>
        </pc:sldMkLst>
      </pc:sldChg>
    </pc:docChg>
  </pc:docChgLst>
  <pc:docChgLst>
    <pc:chgData name="SAZIA SHARMIN" userId="S::sazia.sharmin@aiub.edu::e76e1817-908f-4d6e-a7ec-37593777c360" providerId="AD" clId="Web-{BBCC85DA-F927-03D2-CB13-694506E7C1E2}"/>
    <pc:docChg chg="modSld">
      <pc:chgData name="SAZIA SHARMIN" userId="S::sazia.sharmin@aiub.edu::e76e1817-908f-4d6e-a7ec-37593777c360" providerId="AD" clId="Web-{BBCC85DA-F927-03D2-CB13-694506E7C1E2}" dt="2024-12-23T07:59:21.826" v="2" actId="14100"/>
      <pc:docMkLst>
        <pc:docMk/>
      </pc:docMkLst>
      <pc:sldChg chg="modSp">
        <pc:chgData name="SAZIA SHARMIN" userId="S::sazia.sharmin@aiub.edu::e76e1817-908f-4d6e-a7ec-37593777c360" providerId="AD" clId="Web-{BBCC85DA-F927-03D2-CB13-694506E7C1E2}" dt="2024-12-23T07:57:54.933" v="0" actId="14100"/>
        <pc:sldMkLst>
          <pc:docMk/>
          <pc:sldMk cId="0" sldId="263"/>
        </pc:sldMkLst>
      </pc:sldChg>
      <pc:sldChg chg="modSp">
        <pc:chgData name="SAZIA SHARMIN" userId="S::sazia.sharmin@aiub.edu::e76e1817-908f-4d6e-a7ec-37593777c360" providerId="AD" clId="Web-{BBCC85DA-F927-03D2-CB13-694506E7C1E2}" dt="2024-12-23T07:59:21.826" v="2" actId="14100"/>
        <pc:sldMkLst>
          <pc:docMk/>
          <pc:sldMk cId="0" sldId="273"/>
        </pc:sldMkLst>
      </pc:sldChg>
      <pc:sldChg chg="modSp">
        <pc:chgData name="SAZIA SHARMIN" userId="S::sazia.sharmin@aiub.edu::e76e1817-908f-4d6e-a7ec-37593777c360" providerId="AD" clId="Web-{BBCC85DA-F927-03D2-CB13-694506E7C1E2}" dt="2024-12-23T07:59:14.091" v="1" actId="14100"/>
        <pc:sldMkLst>
          <pc:docMk/>
          <pc:sldMk cId="441353121" sldId="274"/>
        </pc:sldMkLst>
      </pc:sldChg>
    </pc:docChg>
  </pc:docChgLst>
  <pc:docChgLst>
    <pc:chgData name="SAZIA SHARMIN" userId="S::sazia.sharmin@aiub.edu::e76e1817-908f-4d6e-a7ec-37593777c360" providerId="AD" clId="Web-{2369E3B6-BBA4-5FF6-6773-E925CFD2BAAA}"/>
    <pc:docChg chg="modSld">
      <pc:chgData name="SAZIA SHARMIN" userId="S::sazia.sharmin@aiub.edu::e76e1817-908f-4d6e-a7ec-37593777c360" providerId="AD" clId="Web-{2369E3B6-BBA4-5FF6-6773-E925CFD2BAAA}" dt="2024-12-24T07:51:19.022" v="137" actId="14100"/>
      <pc:docMkLst>
        <pc:docMk/>
      </pc:docMkLst>
      <pc:sldChg chg="modSp">
        <pc:chgData name="SAZIA SHARMIN" userId="S::sazia.sharmin@aiub.edu::e76e1817-908f-4d6e-a7ec-37593777c360" providerId="AD" clId="Web-{2369E3B6-BBA4-5FF6-6773-E925CFD2BAAA}" dt="2024-12-24T07:02:21.202" v="0" actId="20577"/>
        <pc:sldMkLst>
          <pc:docMk/>
          <pc:sldMk cId="0" sldId="256"/>
        </pc:sldMkLst>
      </pc:sldChg>
      <pc:sldChg chg="modSp">
        <pc:chgData name="SAZIA SHARMIN" userId="S::sazia.sharmin@aiub.edu::e76e1817-908f-4d6e-a7ec-37593777c360" providerId="AD" clId="Web-{2369E3B6-BBA4-5FF6-6773-E925CFD2BAAA}" dt="2024-12-24T07:16:22.546" v="1" actId="20577"/>
        <pc:sldMkLst>
          <pc:docMk/>
          <pc:sldMk cId="0" sldId="260"/>
        </pc:sldMkLst>
      </pc:sldChg>
      <pc:sldChg chg="modSp">
        <pc:chgData name="SAZIA SHARMIN" userId="S::sazia.sharmin@aiub.edu::e76e1817-908f-4d6e-a7ec-37593777c360" providerId="AD" clId="Web-{2369E3B6-BBA4-5FF6-6773-E925CFD2BAAA}" dt="2024-12-24T07:17:28.612" v="9" actId="14100"/>
        <pc:sldMkLst>
          <pc:docMk/>
          <pc:sldMk cId="0" sldId="261"/>
        </pc:sldMkLst>
      </pc:sldChg>
      <pc:sldChg chg="modSp">
        <pc:chgData name="SAZIA SHARMIN" userId="S::sazia.sharmin@aiub.edu::e76e1817-908f-4d6e-a7ec-37593777c360" providerId="AD" clId="Web-{2369E3B6-BBA4-5FF6-6773-E925CFD2BAAA}" dt="2024-12-24T07:23:30.647" v="32" actId="20577"/>
        <pc:sldMkLst>
          <pc:docMk/>
          <pc:sldMk cId="0" sldId="263"/>
        </pc:sldMkLst>
      </pc:sldChg>
      <pc:sldChg chg="modSp">
        <pc:chgData name="SAZIA SHARMIN" userId="S::sazia.sharmin@aiub.edu::e76e1817-908f-4d6e-a7ec-37593777c360" providerId="AD" clId="Web-{2369E3B6-BBA4-5FF6-6773-E925CFD2BAAA}" dt="2024-12-24T07:23:52.289" v="34" actId="1076"/>
        <pc:sldMkLst>
          <pc:docMk/>
          <pc:sldMk cId="0" sldId="264"/>
        </pc:sldMkLst>
      </pc:sldChg>
      <pc:sldChg chg="modSp">
        <pc:chgData name="SAZIA SHARMIN" userId="S::sazia.sharmin@aiub.edu::e76e1817-908f-4d6e-a7ec-37593777c360" providerId="AD" clId="Web-{2369E3B6-BBA4-5FF6-6773-E925CFD2BAAA}" dt="2024-12-24T07:41:57.709" v="67" actId="20577"/>
        <pc:sldMkLst>
          <pc:docMk/>
          <pc:sldMk cId="0" sldId="273"/>
        </pc:sldMkLst>
      </pc:sldChg>
      <pc:sldChg chg="modSp">
        <pc:chgData name="SAZIA SHARMIN" userId="S::sazia.sharmin@aiub.edu::e76e1817-908f-4d6e-a7ec-37593777c360" providerId="AD" clId="Web-{2369E3B6-BBA4-5FF6-6773-E925CFD2BAAA}" dt="2024-12-24T07:44:12.185" v="77" actId="1076"/>
        <pc:sldMkLst>
          <pc:docMk/>
          <pc:sldMk cId="441353121" sldId="274"/>
        </pc:sldMkLst>
      </pc:sldChg>
      <pc:sldChg chg="modSp">
        <pc:chgData name="SAZIA SHARMIN" userId="S::sazia.sharmin@aiub.edu::e76e1817-908f-4d6e-a7ec-37593777c360" providerId="AD" clId="Web-{2369E3B6-BBA4-5FF6-6773-E925CFD2BAAA}" dt="2024-12-24T07:48:55.950" v="116" actId="20577"/>
        <pc:sldMkLst>
          <pc:docMk/>
          <pc:sldMk cId="3685785658" sldId="275"/>
        </pc:sldMkLst>
      </pc:sldChg>
      <pc:sldChg chg="modSp">
        <pc:chgData name="SAZIA SHARMIN" userId="S::sazia.sharmin@aiub.edu::e76e1817-908f-4d6e-a7ec-37593777c360" providerId="AD" clId="Web-{2369E3B6-BBA4-5FF6-6773-E925CFD2BAAA}" dt="2024-12-24T07:51:19.022" v="137" actId="14100"/>
        <pc:sldMkLst>
          <pc:docMk/>
          <pc:sldMk cId="2085042800" sldId="276"/>
        </pc:sldMkLst>
      </pc:sldChg>
      <pc:sldChg chg="modSp">
        <pc:chgData name="SAZIA SHARMIN" userId="S::sazia.sharmin@aiub.edu::e76e1817-908f-4d6e-a7ec-37593777c360" providerId="AD" clId="Web-{2369E3B6-BBA4-5FF6-6773-E925CFD2BAAA}" dt="2024-12-24T07:27:15.504" v="40" actId="20577"/>
        <pc:sldMkLst>
          <pc:docMk/>
          <pc:sldMk cId="4153768448" sldId="277"/>
        </pc:sldMkLst>
      </pc:sldChg>
    </pc:docChg>
  </pc:docChgLst>
  <pc:docChgLst>
    <pc:chgData name="SAZIA SHARMIN" userId="S::sazia.sharmin@aiub.edu::e76e1817-908f-4d6e-a7ec-37593777c360" providerId="AD" clId="Web-{53187491-2FFD-CF44-6C99-2ADCECA03600}"/>
    <pc:docChg chg="modSld">
      <pc:chgData name="SAZIA SHARMIN" userId="S::sazia.sharmin@aiub.edu::e76e1817-908f-4d6e-a7ec-37593777c360" providerId="AD" clId="Web-{53187491-2FFD-CF44-6C99-2ADCECA03600}" dt="2024-12-15T06:30:04.472" v="2" actId="20577"/>
      <pc:docMkLst>
        <pc:docMk/>
      </pc:docMkLst>
      <pc:sldChg chg="modSp">
        <pc:chgData name="SAZIA SHARMIN" userId="S::sazia.sharmin@aiub.edu::e76e1817-908f-4d6e-a7ec-37593777c360" providerId="AD" clId="Web-{53187491-2FFD-CF44-6C99-2ADCECA03600}" dt="2024-12-15T06:30:04.472" v="2" actId="20577"/>
        <pc:sldMkLst>
          <pc:docMk/>
          <pc:sldMk cId="0" sldId="256"/>
        </pc:sldMkLst>
      </pc:sldChg>
    </pc:docChg>
  </pc:docChgLst>
  <pc:docChgLst>
    <pc:chgData name="SAZIA SHARMIN" userId="S::sazia.sharmin@aiub.edu::e76e1817-908f-4d6e-a7ec-37593777c360" providerId="AD" clId="Web-{9DFA8EE3-E87E-50ED-18C6-A0F247E8C99A}"/>
    <pc:docChg chg="modSld">
      <pc:chgData name="SAZIA SHARMIN" userId="S::sazia.sharmin@aiub.edu::e76e1817-908f-4d6e-a7ec-37593777c360" providerId="AD" clId="Web-{9DFA8EE3-E87E-50ED-18C6-A0F247E8C99A}" dt="2025-01-05T07:54:18.368" v="5" actId="20577"/>
      <pc:docMkLst>
        <pc:docMk/>
      </pc:docMkLst>
      <pc:sldChg chg="modSp">
        <pc:chgData name="SAZIA SHARMIN" userId="S::sazia.sharmin@aiub.edu::e76e1817-908f-4d6e-a7ec-37593777c360" providerId="AD" clId="Web-{9DFA8EE3-E87E-50ED-18C6-A0F247E8C99A}" dt="2025-01-05T07:54:18.368" v="5" actId="20577"/>
        <pc:sldMkLst>
          <pc:docMk/>
          <pc:sldMk cId="3685785658" sldId="27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C1DAB5-7116-4874-8F1F-8A56DBA96909}"/>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5427EA36-BAAA-4A40-99FA-96EAA504D12E}"/>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35213BBE-813B-4E9B-91ED-003DC3BEA648}" type="datetimeFigureOut">
              <a:rPr lang="en-US"/>
              <a:pPr>
                <a:defRPr/>
              </a:pPr>
              <a:t>5/6/2025</a:t>
            </a:fld>
            <a:endParaRPr lang="en-US"/>
          </a:p>
        </p:txBody>
      </p:sp>
      <p:sp>
        <p:nvSpPr>
          <p:cNvPr id="4" name="Footer Placeholder 3">
            <a:extLst>
              <a:ext uri="{FF2B5EF4-FFF2-40B4-BE49-F238E27FC236}">
                <a16:creationId xmlns:a16="http://schemas.microsoft.com/office/drawing/2014/main" id="{74ADD1B1-4525-40DD-8026-DE439C0CB76F}"/>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a:extLst>
              <a:ext uri="{FF2B5EF4-FFF2-40B4-BE49-F238E27FC236}">
                <a16:creationId xmlns:a16="http://schemas.microsoft.com/office/drawing/2014/main" id="{625FB77F-EFB2-4B3C-AC27-8AB5BFB57661}"/>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772893D3-0A7E-4835-BA84-835031A4AA20}"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0D33D743-7D85-42EB-B486-34E9B87FA432}"/>
              </a:ext>
            </a:extLst>
          </p:cNvPr>
          <p:cNvSpPr>
            <a:spLocks noGrp="1"/>
          </p:cNvSpPr>
          <p:nvPr>
            <p:ph type="dt" sz="half" idx="10"/>
          </p:nvPr>
        </p:nvSpPr>
        <p:spPr/>
        <p:txBody>
          <a:bodyPr/>
          <a:lstStyle>
            <a:lvl1pPr>
              <a:defRPr/>
            </a:lvl1pPr>
          </a:lstStyle>
          <a:p>
            <a:pPr>
              <a:defRPr/>
            </a:pPr>
            <a:fld id="{FB77C753-260E-41E3-AA01-5A3AF56F27AC}" type="datetimeFigureOut">
              <a:rPr lang="en-US"/>
              <a:pPr>
                <a:defRPr/>
              </a:pPr>
              <a:t>5/6/2025</a:t>
            </a:fld>
            <a:endParaRPr lang="en-US"/>
          </a:p>
        </p:txBody>
      </p:sp>
      <p:sp>
        <p:nvSpPr>
          <p:cNvPr id="5" name="Footer Placeholder 4">
            <a:extLst>
              <a:ext uri="{FF2B5EF4-FFF2-40B4-BE49-F238E27FC236}">
                <a16:creationId xmlns:a16="http://schemas.microsoft.com/office/drawing/2014/main" id="{1AA52360-9383-456F-A2AD-9D20A9E697D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6C1A128-34FE-45BD-8733-E51B68CA44ED}"/>
              </a:ext>
            </a:extLst>
          </p:cNvPr>
          <p:cNvSpPr>
            <a:spLocks noGrp="1"/>
          </p:cNvSpPr>
          <p:nvPr>
            <p:ph type="sldNum" sz="quarter" idx="12"/>
          </p:nvPr>
        </p:nvSpPr>
        <p:spPr/>
        <p:txBody>
          <a:bodyPr/>
          <a:lstStyle>
            <a:lvl1pPr>
              <a:defRPr/>
            </a:lvl1pPr>
          </a:lstStyle>
          <a:p>
            <a:pPr>
              <a:defRPr/>
            </a:pPr>
            <a:fld id="{896ED0D6-3A24-4175-9639-EFA113E1A5FF}" type="slidenum">
              <a:rPr lang="en-US"/>
              <a:pPr>
                <a:defRPr/>
              </a:pPr>
              <a:t>‹#›</a:t>
            </a:fld>
            <a:endParaRPr lang="en-US"/>
          </a:p>
        </p:txBody>
      </p:sp>
    </p:spTree>
    <p:extLst>
      <p:ext uri="{BB962C8B-B14F-4D97-AF65-F5344CB8AC3E}">
        <p14:creationId xmlns:p14="http://schemas.microsoft.com/office/powerpoint/2010/main" val="3542802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205AB7-CF58-4AEB-B1C1-DFE69A9889CD}"/>
              </a:ext>
            </a:extLst>
          </p:cNvPr>
          <p:cNvSpPr>
            <a:spLocks noGrp="1"/>
          </p:cNvSpPr>
          <p:nvPr>
            <p:ph type="dt" sz="half" idx="10"/>
          </p:nvPr>
        </p:nvSpPr>
        <p:spPr/>
        <p:txBody>
          <a:bodyPr/>
          <a:lstStyle>
            <a:lvl1pPr>
              <a:defRPr/>
            </a:lvl1pPr>
          </a:lstStyle>
          <a:p>
            <a:pPr>
              <a:defRPr/>
            </a:pPr>
            <a:fld id="{FDDC7D0C-1EC9-4AD9-ACC4-191E0F03728F}" type="datetimeFigureOut">
              <a:rPr lang="en-US"/>
              <a:pPr>
                <a:defRPr/>
              </a:pPr>
              <a:t>5/6/2025</a:t>
            </a:fld>
            <a:endParaRPr lang="en-US"/>
          </a:p>
        </p:txBody>
      </p:sp>
      <p:sp>
        <p:nvSpPr>
          <p:cNvPr id="5" name="Footer Placeholder 4">
            <a:extLst>
              <a:ext uri="{FF2B5EF4-FFF2-40B4-BE49-F238E27FC236}">
                <a16:creationId xmlns:a16="http://schemas.microsoft.com/office/drawing/2014/main" id="{85772FEB-A8A2-41E5-BDB6-C3D2D1ED886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AD39068-B955-4199-A8B8-22A71F9199B9}"/>
              </a:ext>
            </a:extLst>
          </p:cNvPr>
          <p:cNvSpPr>
            <a:spLocks noGrp="1"/>
          </p:cNvSpPr>
          <p:nvPr>
            <p:ph type="sldNum" sz="quarter" idx="12"/>
          </p:nvPr>
        </p:nvSpPr>
        <p:spPr/>
        <p:txBody>
          <a:bodyPr/>
          <a:lstStyle>
            <a:lvl1pPr>
              <a:defRPr/>
            </a:lvl1pPr>
          </a:lstStyle>
          <a:p>
            <a:pPr>
              <a:defRPr/>
            </a:pPr>
            <a:fld id="{30147CB7-CE89-49CA-8E7B-5B7E63F91621}" type="slidenum">
              <a:rPr lang="en-US"/>
              <a:pPr>
                <a:defRPr/>
              </a:pPr>
              <a:t>‹#›</a:t>
            </a:fld>
            <a:endParaRPr lang="en-US"/>
          </a:p>
        </p:txBody>
      </p:sp>
    </p:spTree>
    <p:extLst>
      <p:ext uri="{BB962C8B-B14F-4D97-AF65-F5344CB8AC3E}">
        <p14:creationId xmlns:p14="http://schemas.microsoft.com/office/powerpoint/2010/main" val="1817260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F0EE2B-6C31-4DB5-A7D0-A557AED56ADA}"/>
              </a:ext>
            </a:extLst>
          </p:cNvPr>
          <p:cNvSpPr>
            <a:spLocks noGrp="1"/>
          </p:cNvSpPr>
          <p:nvPr>
            <p:ph type="dt" sz="half" idx="10"/>
          </p:nvPr>
        </p:nvSpPr>
        <p:spPr/>
        <p:txBody>
          <a:bodyPr/>
          <a:lstStyle>
            <a:lvl1pPr>
              <a:defRPr/>
            </a:lvl1pPr>
          </a:lstStyle>
          <a:p>
            <a:pPr>
              <a:defRPr/>
            </a:pPr>
            <a:fld id="{DA02E79B-A7D9-44A5-8FF5-F9EA5743109C}" type="datetimeFigureOut">
              <a:rPr lang="en-US"/>
              <a:pPr>
                <a:defRPr/>
              </a:pPr>
              <a:t>5/6/2025</a:t>
            </a:fld>
            <a:endParaRPr lang="en-US"/>
          </a:p>
        </p:txBody>
      </p:sp>
      <p:sp>
        <p:nvSpPr>
          <p:cNvPr id="5" name="Footer Placeholder 4">
            <a:extLst>
              <a:ext uri="{FF2B5EF4-FFF2-40B4-BE49-F238E27FC236}">
                <a16:creationId xmlns:a16="http://schemas.microsoft.com/office/drawing/2014/main" id="{35C49F7B-F501-496F-A990-38A71D5DCC1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0961956-E834-4C73-B284-92AE0AA1EBBE}"/>
              </a:ext>
            </a:extLst>
          </p:cNvPr>
          <p:cNvSpPr>
            <a:spLocks noGrp="1"/>
          </p:cNvSpPr>
          <p:nvPr>
            <p:ph type="sldNum" sz="quarter" idx="12"/>
          </p:nvPr>
        </p:nvSpPr>
        <p:spPr/>
        <p:txBody>
          <a:bodyPr/>
          <a:lstStyle>
            <a:lvl1pPr>
              <a:defRPr/>
            </a:lvl1pPr>
          </a:lstStyle>
          <a:p>
            <a:pPr>
              <a:defRPr/>
            </a:pPr>
            <a:fld id="{B3EB2439-92FF-4A58-8265-2647F5AE1CE4}" type="slidenum">
              <a:rPr lang="en-US"/>
              <a:pPr>
                <a:defRPr/>
              </a:pPr>
              <a:t>‹#›</a:t>
            </a:fld>
            <a:endParaRPr lang="en-US"/>
          </a:p>
        </p:txBody>
      </p:sp>
    </p:spTree>
    <p:extLst>
      <p:ext uri="{BB962C8B-B14F-4D97-AF65-F5344CB8AC3E}">
        <p14:creationId xmlns:p14="http://schemas.microsoft.com/office/powerpoint/2010/main" val="3925686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2EF4715B-8C50-482E-9B8A-2E06BABB7ABF}"/>
              </a:ext>
            </a:extLst>
          </p:cNvPr>
          <p:cNvSpPr>
            <a:spLocks noGrp="1"/>
          </p:cNvSpPr>
          <p:nvPr>
            <p:ph type="dt" sz="half" idx="10"/>
          </p:nvPr>
        </p:nvSpPr>
        <p:spPr/>
        <p:txBody>
          <a:bodyPr/>
          <a:lstStyle>
            <a:lvl1pPr>
              <a:defRPr/>
            </a:lvl1pPr>
          </a:lstStyle>
          <a:p>
            <a:pPr>
              <a:defRPr/>
            </a:pPr>
            <a:fld id="{2A63D50B-C2F6-46CF-861F-5DD0BA8FFFD1}" type="datetimeFigureOut">
              <a:rPr lang="en-US"/>
              <a:pPr>
                <a:defRPr/>
              </a:pPr>
              <a:t>5/6/2025</a:t>
            </a:fld>
            <a:endParaRPr lang="en-US"/>
          </a:p>
        </p:txBody>
      </p:sp>
      <p:sp>
        <p:nvSpPr>
          <p:cNvPr id="6" name="Footer Placeholder 4">
            <a:extLst>
              <a:ext uri="{FF2B5EF4-FFF2-40B4-BE49-F238E27FC236}">
                <a16:creationId xmlns:a16="http://schemas.microsoft.com/office/drawing/2014/main" id="{339F073C-C3C6-4875-95A9-D47401035FF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8907249-8FDA-459B-A150-DEAA26C55579}"/>
              </a:ext>
            </a:extLst>
          </p:cNvPr>
          <p:cNvSpPr>
            <a:spLocks noGrp="1"/>
          </p:cNvSpPr>
          <p:nvPr>
            <p:ph type="sldNum" sz="quarter" idx="12"/>
          </p:nvPr>
        </p:nvSpPr>
        <p:spPr/>
        <p:txBody>
          <a:bodyPr/>
          <a:lstStyle>
            <a:lvl1pPr>
              <a:defRPr/>
            </a:lvl1pPr>
          </a:lstStyle>
          <a:p>
            <a:pPr>
              <a:defRPr/>
            </a:pPr>
            <a:fld id="{3AE64E3E-BE2B-4997-B350-430240EBACEC}" type="slidenum">
              <a:rPr lang="en-US"/>
              <a:pPr>
                <a:defRPr/>
              </a:pPr>
              <a:t>‹#›</a:t>
            </a:fld>
            <a:endParaRPr lang="en-US"/>
          </a:p>
        </p:txBody>
      </p:sp>
    </p:spTree>
    <p:extLst>
      <p:ext uri="{BB962C8B-B14F-4D97-AF65-F5344CB8AC3E}">
        <p14:creationId xmlns:p14="http://schemas.microsoft.com/office/powerpoint/2010/main" val="74934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10852609-3EF8-47D4-8CAA-66A8616CF239}"/>
              </a:ext>
            </a:extLst>
          </p:cNvPr>
          <p:cNvSpPr>
            <a:spLocks noGrp="1"/>
          </p:cNvSpPr>
          <p:nvPr>
            <p:ph type="dt" sz="half" idx="10"/>
          </p:nvPr>
        </p:nvSpPr>
        <p:spPr/>
        <p:txBody>
          <a:bodyPr/>
          <a:lstStyle>
            <a:lvl1pPr>
              <a:defRPr/>
            </a:lvl1pPr>
          </a:lstStyle>
          <a:p>
            <a:pPr>
              <a:defRPr/>
            </a:pPr>
            <a:fld id="{7901F7AE-C55F-4824-B0A2-AE0EBFC4264F}" type="datetimeFigureOut">
              <a:rPr lang="en-US"/>
              <a:pPr>
                <a:defRPr/>
              </a:pPr>
              <a:t>5/6/2025</a:t>
            </a:fld>
            <a:endParaRPr lang="en-US"/>
          </a:p>
        </p:txBody>
      </p:sp>
      <p:sp>
        <p:nvSpPr>
          <p:cNvPr id="8" name="Footer Placeholder 4">
            <a:extLst>
              <a:ext uri="{FF2B5EF4-FFF2-40B4-BE49-F238E27FC236}">
                <a16:creationId xmlns:a16="http://schemas.microsoft.com/office/drawing/2014/main" id="{A0F629DA-F9D0-4A5E-AB87-0593681002EC}"/>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04DE027-A4BF-4719-B2A6-FFB9B75BA7EF}"/>
              </a:ext>
            </a:extLst>
          </p:cNvPr>
          <p:cNvSpPr>
            <a:spLocks noGrp="1"/>
          </p:cNvSpPr>
          <p:nvPr>
            <p:ph type="sldNum" sz="quarter" idx="12"/>
          </p:nvPr>
        </p:nvSpPr>
        <p:spPr/>
        <p:txBody>
          <a:bodyPr/>
          <a:lstStyle>
            <a:lvl1pPr>
              <a:defRPr/>
            </a:lvl1pPr>
          </a:lstStyle>
          <a:p>
            <a:pPr>
              <a:defRPr/>
            </a:pPr>
            <a:fld id="{4ED66B33-1015-45FF-BF01-E577012F47B5}" type="slidenum">
              <a:rPr lang="en-US"/>
              <a:pPr>
                <a:defRPr/>
              </a:pPr>
              <a:t>‹#›</a:t>
            </a:fld>
            <a:endParaRPr lang="en-US"/>
          </a:p>
        </p:txBody>
      </p:sp>
    </p:spTree>
    <p:extLst>
      <p:ext uri="{BB962C8B-B14F-4D97-AF65-F5344CB8AC3E}">
        <p14:creationId xmlns:p14="http://schemas.microsoft.com/office/powerpoint/2010/main" val="2873334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1A096B95-AF21-43F4-90C3-FA7AF8BBDDB6}"/>
              </a:ext>
            </a:extLst>
          </p:cNvPr>
          <p:cNvSpPr>
            <a:spLocks noGrp="1"/>
          </p:cNvSpPr>
          <p:nvPr>
            <p:ph type="dt" sz="half" idx="10"/>
          </p:nvPr>
        </p:nvSpPr>
        <p:spPr/>
        <p:txBody>
          <a:bodyPr/>
          <a:lstStyle>
            <a:lvl1pPr>
              <a:defRPr/>
            </a:lvl1pPr>
          </a:lstStyle>
          <a:p>
            <a:pPr>
              <a:defRPr/>
            </a:pPr>
            <a:fld id="{0F83E484-84C6-4C49-B9AF-20DC1FD854CE}" type="datetimeFigureOut">
              <a:rPr lang="en-US"/>
              <a:pPr>
                <a:defRPr/>
              </a:pPr>
              <a:t>5/6/2025</a:t>
            </a:fld>
            <a:endParaRPr lang="en-US"/>
          </a:p>
        </p:txBody>
      </p:sp>
      <p:sp>
        <p:nvSpPr>
          <p:cNvPr id="4" name="Footer Placeholder 4">
            <a:extLst>
              <a:ext uri="{FF2B5EF4-FFF2-40B4-BE49-F238E27FC236}">
                <a16:creationId xmlns:a16="http://schemas.microsoft.com/office/drawing/2014/main" id="{1A146AC3-4810-479E-B822-1C12021E0FF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A7BDEB02-EEB2-4270-8B51-FF4048CDDE0B}"/>
              </a:ext>
            </a:extLst>
          </p:cNvPr>
          <p:cNvSpPr>
            <a:spLocks noGrp="1"/>
          </p:cNvSpPr>
          <p:nvPr>
            <p:ph type="sldNum" sz="quarter" idx="12"/>
          </p:nvPr>
        </p:nvSpPr>
        <p:spPr/>
        <p:txBody>
          <a:bodyPr/>
          <a:lstStyle>
            <a:lvl1pPr>
              <a:defRPr/>
            </a:lvl1pPr>
          </a:lstStyle>
          <a:p>
            <a:pPr>
              <a:defRPr/>
            </a:pPr>
            <a:fld id="{00E1E675-690C-42F4-804A-633A03E7344D}" type="slidenum">
              <a:rPr lang="en-US"/>
              <a:pPr>
                <a:defRPr/>
              </a:pPr>
              <a:t>‹#›</a:t>
            </a:fld>
            <a:endParaRPr lang="en-US"/>
          </a:p>
        </p:txBody>
      </p:sp>
    </p:spTree>
    <p:extLst>
      <p:ext uri="{BB962C8B-B14F-4D97-AF65-F5344CB8AC3E}">
        <p14:creationId xmlns:p14="http://schemas.microsoft.com/office/powerpoint/2010/main" val="2650701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5CF688F-640F-4B32-B28F-19AF261DFC42}"/>
              </a:ext>
            </a:extLst>
          </p:cNvPr>
          <p:cNvSpPr>
            <a:spLocks noGrp="1"/>
          </p:cNvSpPr>
          <p:nvPr>
            <p:ph type="dt" sz="half" idx="10"/>
          </p:nvPr>
        </p:nvSpPr>
        <p:spPr/>
        <p:txBody>
          <a:bodyPr/>
          <a:lstStyle>
            <a:lvl1pPr>
              <a:defRPr/>
            </a:lvl1pPr>
          </a:lstStyle>
          <a:p>
            <a:pPr>
              <a:defRPr/>
            </a:pPr>
            <a:fld id="{29F1442C-32B1-42CE-BBD5-A288473BA1CD}" type="datetimeFigureOut">
              <a:rPr lang="en-US"/>
              <a:pPr>
                <a:defRPr/>
              </a:pPr>
              <a:t>5/6/2025</a:t>
            </a:fld>
            <a:endParaRPr lang="en-US"/>
          </a:p>
        </p:txBody>
      </p:sp>
      <p:sp>
        <p:nvSpPr>
          <p:cNvPr id="3" name="Footer Placeholder 4">
            <a:extLst>
              <a:ext uri="{FF2B5EF4-FFF2-40B4-BE49-F238E27FC236}">
                <a16:creationId xmlns:a16="http://schemas.microsoft.com/office/drawing/2014/main" id="{70DE5E74-716D-4DC8-A73E-E7431ECC9301}"/>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806D8CE-4FEE-4E57-9038-BA7DB30AD8BD}"/>
              </a:ext>
            </a:extLst>
          </p:cNvPr>
          <p:cNvSpPr>
            <a:spLocks noGrp="1"/>
          </p:cNvSpPr>
          <p:nvPr>
            <p:ph type="sldNum" sz="quarter" idx="12"/>
          </p:nvPr>
        </p:nvSpPr>
        <p:spPr/>
        <p:txBody>
          <a:bodyPr/>
          <a:lstStyle>
            <a:lvl1pPr>
              <a:defRPr/>
            </a:lvl1pPr>
          </a:lstStyle>
          <a:p>
            <a:pPr>
              <a:defRPr/>
            </a:pPr>
            <a:fld id="{C1B68A47-09A8-4BB5-B455-57626E4F9FB3}" type="slidenum">
              <a:rPr lang="en-US"/>
              <a:pPr>
                <a:defRPr/>
              </a:pPr>
              <a:t>‹#›</a:t>
            </a:fld>
            <a:endParaRPr lang="en-US"/>
          </a:p>
        </p:txBody>
      </p:sp>
    </p:spTree>
    <p:extLst>
      <p:ext uri="{BB962C8B-B14F-4D97-AF65-F5344CB8AC3E}">
        <p14:creationId xmlns:p14="http://schemas.microsoft.com/office/powerpoint/2010/main" val="291860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167CE1D-C300-4E72-984A-EC054695605D}"/>
              </a:ext>
            </a:extLst>
          </p:cNvPr>
          <p:cNvSpPr>
            <a:spLocks noGrp="1"/>
          </p:cNvSpPr>
          <p:nvPr>
            <p:ph type="dt" sz="half" idx="10"/>
          </p:nvPr>
        </p:nvSpPr>
        <p:spPr/>
        <p:txBody>
          <a:bodyPr/>
          <a:lstStyle>
            <a:lvl1pPr>
              <a:defRPr/>
            </a:lvl1pPr>
          </a:lstStyle>
          <a:p>
            <a:pPr>
              <a:defRPr/>
            </a:pPr>
            <a:fld id="{88BD3518-BCFE-482F-8505-CADAAE88AD91}" type="datetimeFigureOut">
              <a:rPr lang="en-US"/>
              <a:pPr>
                <a:defRPr/>
              </a:pPr>
              <a:t>5/6/2025</a:t>
            </a:fld>
            <a:endParaRPr lang="en-US"/>
          </a:p>
        </p:txBody>
      </p:sp>
      <p:sp>
        <p:nvSpPr>
          <p:cNvPr id="6" name="Footer Placeholder 4">
            <a:extLst>
              <a:ext uri="{FF2B5EF4-FFF2-40B4-BE49-F238E27FC236}">
                <a16:creationId xmlns:a16="http://schemas.microsoft.com/office/drawing/2014/main" id="{8AAF938E-8AF0-4820-92CA-11052DF5D8C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AB239F4-5F02-4377-9D57-CC096232C4A7}"/>
              </a:ext>
            </a:extLst>
          </p:cNvPr>
          <p:cNvSpPr>
            <a:spLocks noGrp="1"/>
          </p:cNvSpPr>
          <p:nvPr>
            <p:ph type="sldNum" sz="quarter" idx="12"/>
          </p:nvPr>
        </p:nvSpPr>
        <p:spPr/>
        <p:txBody>
          <a:bodyPr/>
          <a:lstStyle>
            <a:lvl1pPr>
              <a:defRPr/>
            </a:lvl1pPr>
          </a:lstStyle>
          <a:p>
            <a:pPr>
              <a:defRPr/>
            </a:pPr>
            <a:fld id="{83EB271E-DDCB-4CE9-B805-C534DC3E1A4B}" type="slidenum">
              <a:rPr lang="en-US"/>
              <a:pPr>
                <a:defRPr/>
              </a:pPr>
              <a:t>‹#›</a:t>
            </a:fld>
            <a:endParaRPr lang="en-US"/>
          </a:p>
        </p:txBody>
      </p:sp>
    </p:spTree>
    <p:extLst>
      <p:ext uri="{BB962C8B-B14F-4D97-AF65-F5344CB8AC3E}">
        <p14:creationId xmlns:p14="http://schemas.microsoft.com/office/powerpoint/2010/main" val="2193211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18DF3B65-1063-4C31-9FBD-1715B1312880}"/>
              </a:ext>
            </a:extLst>
          </p:cNvPr>
          <p:cNvSpPr>
            <a:spLocks noGrp="1"/>
          </p:cNvSpPr>
          <p:nvPr>
            <p:ph type="dt" sz="half" idx="10"/>
          </p:nvPr>
        </p:nvSpPr>
        <p:spPr/>
        <p:txBody>
          <a:bodyPr/>
          <a:lstStyle>
            <a:lvl1pPr>
              <a:defRPr/>
            </a:lvl1pPr>
          </a:lstStyle>
          <a:p>
            <a:pPr>
              <a:defRPr/>
            </a:pPr>
            <a:fld id="{DDCB72AB-E4A7-45FF-8853-CAAB3D4DB05D}" type="datetimeFigureOut">
              <a:rPr lang="en-US"/>
              <a:pPr>
                <a:defRPr/>
              </a:pPr>
              <a:t>5/6/2025</a:t>
            </a:fld>
            <a:endParaRPr lang="en-US"/>
          </a:p>
        </p:txBody>
      </p:sp>
      <p:sp>
        <p:nvSpPr>
          <p:cNvPr id="6" name="Footer Placeholder 4">
            <a:extLst>
              <a:ext uri="{FF2B5EF4-FFF2-40B4-BE49-F238E27FC236}">
                <a16:creationId xmlns:a16="http://schemas.microsoft.com/office/drawing/2014/main" id="{E20BEB90-52B7-475F-839A-5CB2A0631BA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79FE42A-D491-4DF8-97BD-4C23EA06FE1F}"/>
              </a:ext>
            </a:extLst>
          </p:cNvPr>
          <p:cNvSpPr>
            <a:spLocks noGrp="1"/>
          </p:cNvSpPr>
          <p:nvPr>
            <p:ph type="sldNum" sz="quarter" idx="12"/>
          </p:nvPr>
        </p:nvSpPr>
        <p:spPr/>
        <p:txBody>
          <a:bodyPr/>
          <a:lstStyle>
            <a:lvl1pPr>
              <a:defRPr/>
            </a:lvl1pPr>
          </a:lstStyle>
          <a:p>
            <a:pPr>
              <a:defRPr/>
            </a:pPr>
            <a:fld id="{C23D8CB7-6550-40C6-A08C-E46516E3539D}" type="slidenum">
              <a:rPr lang="en-US"/>
              <a:pPr>
                <a:defRPr/>
              </a:pPr>
              <a:t>‹#›</a:t>
            </a:fld>
            <a:endParaRPr lang="en-US"/>
          </a:p>
        </p:txBody>
      </p:sp>
    </p:spTree>
    <p:extLst>
      <p:ext uri="{BB962C8B-B14F-4D97-AF65-F5344CB8AC3E}">
        <p14:creationId xmlns:p14="http://schemas.microsoft.com/office/powerpoint/2010/main" val="3910080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2F3DB8-6C07-48C0-8E9C-5E5BD640E6A9}"/>
              </a:ext>
            </a:extLst>
          </p:cNvPr>
          <p:cNvSpPr>
            <a:spLocks noGrp="1"/>
          </p:cNvSpPr>
          <p:nvPr>
            <p:ph type="dt" sz="half" idx="10"/>
          </p:nvPr>
        </p:nvSpPr>
        <p:spPr/>
        <p:txBody>
          <a:bodyPr/>
          <a:lstStyle>
            <a:lvl1pPr>
              <a:defRPr/>
            </a:lvl1pPr>
          </a:lstStyle>
          <a:p>
            <a:pPr>
              <a:defRPr/>
            </a:pPr>
            <a:fld id="{9C341903-6C90-4FE6-9694-BD66D4110498}" type="datetimeFigureOut">
              <a:rPr lang="en-US"/>
              <a:pPr>
                <a:defRPr/>
              </a:pPr>
              <a:t>5/6/2025</a:t>
            </a:fld>
            <a:endParaRPr lang="en-US"/>
          </a:p>
        </p:txBody>
      </p:sp>
      <p:sp>
        <p:nvSpPr>
          <p:cNvPr id="5" name="Footer Placeholder 4">
            <a:extLst>
              <a:ext uri="{FF2B5EF4-FFF2-40B4-BE49-F238E27FC236}">
                <a16:creationId xmlns:a16="http://schemas.microsoft.com/office/drawing/2014/main" id="{CFDCB356-FC5E-402A-B740-EC18D009FDD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DE2F2A3-0A47-428A-B38F-8EB85273D94A}"/>
              </a:ext>
            </a:extLst>
          </p:cNvPr>
          <p:cNvSpPr>
            <a:spLocks noGrp="1"/>
          </p:cNvSpPr>
          <p:nvPr>
            <p:ph type="sldNum" sz="quarter" idx="12"/>
          </p:nvPr>
        </p:nvSpPr>
        <p:spPr/>
        <p:txBody>
          <a:bodyPr/>
          <a:lstStyle>
            <a:lvl1pPr>
              <a:defRPr/>
            </a:lvl1pPr>
          </a:lstStyle>
          <a:p>
            <a:pPr>
              <a:defRPr/>
            </a:pPr>
            <a:fld id="{7CEAE8BE-702A-4791-9520-C8C7CFDADFE7}" type="slidenum">
              <a:rPr lang="en-US"/>
              <a:pPr>
                <a:defRPr/>
              </a:pPr>
              <a:t>‹#›</a:t>
            </a:fld>
            <a:endParaRPr lang="en-US"/>
          </a:p>
        </p:txBody>
      </p:sp>
    </p:spTree>
    <p:extLst>
      <p:ext uri="{BB962C8B-B14F-4D97-AF65-F5344CB8AC3E}">
        <p14:creationId xmlns:p14="http://schemas.microsoft.com/office/powerpoint/2010/main" val="1168761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51D7FB-14A6-49CB-95F3-98DD6BE54DD8}"/>
              </a:ext>
            </a:extLst>
          </p:cNvPr>
          <p:cNvSpPr>
            <a:spLocks noGrp="1"/>
          </p:cNvSpPr>
          <p:nvPr>
            <p:ph type="dt" sz="half" idx="10"/>
          </p:nvPr>
        </p:nvSpPr>
        <p:spPr/>
        <p:txBody>
          <a:bodyPr/>
          <a:lstStyle>
            <a:lvl1pPr>
              <a:defRPr/>
            </a:lvl1pPr>
          </a:lstStyle>
          <a:p>
            <a:pPr>
              <a:defRPr/>
            </a:pPr>
            <a:fld id="{B5084CE5-3FAE-4D84-B15E-AA53DD5169C2}" type="datetimeFigureOut">
              <a:rPr lang="en-US"/>
              <a:pPr>
                <a:defRPr/>
              </a:pPr>
              <a:t>5/6/2025</a:t>
            </a:fld>
            <a:endParaRPr lang="en-US"/>
          </a:p>
        </p:txBody>
      </p:sp>
      <p:sp>
        <p:nvSpPr>
          <p:cNvPr id="5" name="Footer Placeholder 4">
            <a:extLst>
              <a:ext uri="{FF2B5EF4-FFF2-40B4-BE49-F238E27FC236}">
                <a16:creationId xmlns:a16="http://schemas.microsoft.com/office/drawing/2014/main" id="{A90E3BCD-340A-4C1D-8CBB-9BC410C2F2A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D4EC2F9-8FAC-413D-BFE7-D038842B6D82}"/>
              </a:ext>
            </a:extLst>
          </p:cNvPr>
          <p:cNvSpPr>
            <a:spLocks noGrp="1"/>
          </p:cNvSpPr>
          <p:nvPr>
            <p:ph type="sldNum" sz="quarter" idx="12"/>
          </p:nvPr>
        </p:nvSpPr>
        <p:spPr/>
        <p:txBody>
          <a:bodyPr/>
          <a:lstStyle>
            <a:lvl1pPr>
              <a:defRPr/>
            </a:lvl1pPr>
          </a:lstStyle>
          <a:p>
            <a:pPr>
              <a:defRPr/>
            </a:pPr>
            <a:fld id="{81F17E41-B078-4E96-A8F3-76168859FD6B}" type="slidenum">
              <a:rPr lang="en-US"/>
              <a:pPr>
                <a:defRPr/>
              </a:pPr>
              <a:t>‹#›</a:t>
            </a:fld>
            <a:endParaRPr lang="en-US"/>
          </a:p>
        </p:txBody>
      </p:sp>
    </p:spTree>
    <p:extLst>
      <p:ext uri="{BB962C8B-B14F-4D97-AF65-F5344CB8AC3E}">
        <p14:creationId xmlns:p14="http://schemas.microsoft.com/office/powerpoint/2010/main" val="2877910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F91293A9-2FF9-45D5-A6F0-472340E13771}"/>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95C0E8F6-F540-4AE5-95F6-8EE7F148F29E}"/>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D986CDF-3180-430F-9788-51019A1D230D}"/>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4D6DBA0D-2D00-428F-818B-C03E32A6F572}" type="datetimeFigureOut">
              <a:rPr lang="en-US"/>
              <a:pPr>
                <a:defRPr/>
              </a:pPr>
              <a:t>5/6/2025</a:t>
            </a:fld>
            <a:endParaRPr lang="en-US"/>
          </a:p>
        </p:txBody>
      </p:sp>
      <p:sp>
        <p:nvSpPr>
          <p:cNvPr id="5" name="Footer Placeholder 4">
            <a:extLst>
              <a:ext uri="{FF2B5EF4-FFF2-40B4-BE49-F238E27FC236}">
                <a16:creationId xmlns:a16="http://schemas.microsoft.com/office/drawing/2014/main" id="{86E33CB0-9C23-449F-B1D0-39CADDEE42A9}"/>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672BC482-7E61-4A80-8A87-0AAFD25A7339}"/>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5C627EEA-4132-4F08-A612-4F1FF25275B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fontAlgn="base">
        <a:spcBef>
          <a:spcPct val="0"/>
        </a:spcBef>
        <a:spcAft>
          <a:spcPct val="0"/>
        </a:spcAft>
        <a:defRPr sz="4400" b="1">
          <a:solidFill>
            <a:schemeClr val="tx1"/>
          </a:solidFill>
          <a:latin typeface="Calibri" pitchFamily="34" charset="0"/>
        </a:defRPr>
      </a:lvl6pPr>
      <a:lvl7pPr marL="914400" algn="ctr" rtl="0" fontAlgn="base">
        <a:spcBef>
          <a:spcPct val="0"/>
        </a:spcBef>
        <a:spcAft>
          <a:spcPct val="0"/>
        </a:spcAft>
        <a:defRPr sz="4400" b="1">
          <a:solidFill>
            <a:schemeClr val="tx1"/>
          </a:solidFill>
          <a:latin typeface="Calibri" pitchFamily="34" charset="0"/>
        </a:defRPr>
      </a:lvl7pPr>
      <a:lvl8pPr marL="1371600" algn="ctr" rtl="0" fontAlgn="base">
        <a:spcBef>
          <a:spcPct val="0"/>
        </a:spcBef>
        <a:spcAft>
          <a:spcPct val="0"/>
        </a:spcAft>
        <a:defRPr sz="4400" b="1">
          <a:solidFill>
            <a:schemeClr val="tx1"/>
          </a:solidFill>
          <a:latin typeface="Calibri" pitchFamily="34" charset="0"/>
        </a:defRPr>
      </a:lvl8pPr>
      <a:lvl9pPr marL="1828800" algn="ctr" rtl="0" fontAlgn="base">
        <a:spcBef>
          <a:spcPct val="0"/>
        </a:spcBef>
        <a:spcAft>
          <a:spcPct val="0"/>
        </a:spcAft>
        <a:defRPr sz="4400" b="1">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4158C62D-2791-43FF-9BE4-5198885436A9}"/>
              </a:ext>
            </a:extLst>
          </p:cNvPr>
          <p:cNvSpPr>
            <a:spLocks noGrp="1"/>
          </p:cNvSpPr>
          <p:nvPr>
            <p:ph type="ctrTitle"/>
          </p:nvPr>
        </p:nvSpPr>
        <p:spPr/>
        <p:txBody>
          <a:bodyPr/>
          <a:lstStyle/>
          <a:p>
            <a:pPr eaLnBrk="1" hangingPunct="1"/>
            <a:r>
              <a:rPr lang="en-US" altLang="en-US" dirty="0"/>
              <a:t>Lecture 6</a:t>
            </a:r>
            <a:br>
              <a:rPr lang="en-US" altLang="en-US" dirty="0"/>
            </a:br>
            <a:r>
              <a:rPr lang="en-US" altLang="en-US" dirty="0" err="1"/>
              <a:t>Statechart</a:t>
            </a:r>
            <a:r>
              <a:rPr lang="en-US" altLang="en-US" dirty="0"/>
              <a:t> Diagram</a:t>
            </a:r>
            <a:br>
              <a:rPr lang="en-US" altLang="en-US" dirty="0"/>
            </a:br>
            <a:r>
              <a:rPr lang="en-US" altLang="en-US" sz="2800" dirty="0"/>
              <a:t>State Diagram, State Transition Diagram</a:t>
            </a:r>
            <a:endParaRPr lang="en-US" altLang="en-US" dirty="0"/>
          </a:p>
        </p:txBody>
      </p:sp>
      <p:sp>
        <p:nvSpPr>
          <p:cNvPr id="3" name="Subtitle 2">
            <a:extLst>
              <a:ext uri="{FF2B5EF4-FFF2-40B4-BE49-F238E27FC236}">
                <a16:creationId xmlns:a16="http://schemas.microsoft.com/office/drawing/2014/main" id="{22830CC3-93FF-4A15-923E-C356C1E85FC1}"/>
              </a:ext>
            </a:extLst>
          </p:cNvPr>
          <p:cNvSpPr>
            <a:spLocks noGrp="1"/>
          </p:cNvSpPr>
          <p:nvPr>
            <p:ph type="subTitle" idx="1"/>
          </p:nvPr>
        </p:nvSpPr>
        <p:spPr/>
        <p:txBody>
          <a:bodyPr rtlCol="0">
            <a:normAutofit fontScale="47500" lnSpcReduction="20000"/>
          </a:bodyPr>
          <a:lstStyle/>
          <a:p>
            <a:pPr eaLnBrk="1" fontAlgn="auto" hangingPunct="1">
              <a:spcAft>
                <a:spcPts val="0"/>
              </a:spcAft>
              <a:defRPr/>
            </a:pPr>
            <a:r>
              <a:rPr lang="en-US" b="1"/>
              <a:t>Chapter 25</a:t>
            </a:r>
          </a:p>
          <a:p>
            <a:pPr eaLnBrk="1" fontAlgn="auto" hangingPunct="1">
              <a:spcAft>
                <a:spcPts val="0"/>
              </a:spcAft>
              <a:defRPr/>
            </a:pPr>
            <a:r>
              <a:rPr lang="en-US"/>
              <a:t>The Unified Modeling Language User Guide </a:t>
            </a:r>
          </a:p>
          <a:p>
            <a:pPr eaLnBrk="1" fontAlgn="auto" hangingPunct="1">
              <a:spcAft>
                <a:spcPts val="0"/>
              </a:spcAft>
              <a:defRPr/>
            </a:pPr>
            <a:r>
              <a:rPr lang="en-US"/>
              <a:t>SECOND EDITION </a:t>
            </a:r>
          </a:p>
          <a:p>
            <a:pPr eaLnBrk="1" fontAlgn="auto" hangingPunct="1">
              <a:spcAft>
                <a:spcPts val="0"/>
              </a:spcAft>
              <a:defRPr/>
            </a:pPr>
            <a:r>
              <a:rPr lang="en-US"/>
              <a:t>By Grady Booch, James Rumbaugh, Ivar Jacobson </a:t>
            </a:r>
          </a:p>
          <a:p>
            <a:pPr eaLnBrk="1" fontAlgn="auto" hangingPunct="1">
              <a:spcAft>
                <a:spcPts val="0"/>
              </a:spcAft>
              <a:defRPr/>
            </a:pPr>
            <a:endParaRPr lang="en-US"/>
          </a:p>
          <a:p>
            <a:pPr eaLnBrk="1" fontAlgn="auto" hangingPunct="1">
              <a:spcAft>
                <a:spcPts val="0"/>
              </a:spcAft>
              <a:defRPr/>
            </a:pPr>
            <a:r>
              <a:rPr lang="en-US" b="1"/>
              <a:t>Session 20-21</a:t>
            </a:r>
          </a:p>
          <a:p>
            <a:pPr eaLnBrk="1" fontAlgn="auto" hangingPunct="1">
              <a:spcAft>
                <a:spcPts val="0"/>
              </a:spcAft>
              <a:defRPr/>
            </a:pPr>
            <a:r>
              <a:rPr lang="en-US"/>
              <a:t>UML </a:t>
            </a:r>
            <a:endParaRPr lang="en-US">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1FD3450B-C3DA-4FB4-8D1B-C8DF28610F83}"/>
              </a:ext>
            </a:extLst>
          </p:cNvPr>
          <p:cNvSpPr>
            <a:spLocks noGrp="1"/>
          </p:cNvSpPr>
          <p:nvPr>
            <p:ph type="title"/>
          </p:nvPr>
        </p:nvSpPr>
        <p:spPr/>
        <p:txBody>
          <a:bodyPr/>
          <a:lstStyle/>
          <a:p>
            <a:pPr eaLnBrk="1" hangingPunct="1"/>
            <a:r>
              <a:rPr lang="en-US" altLang="en-US">
                <a:cs typeface="Times New Roman" panose="02020603050405020304" pitchFamily="18" charset="0"/>
              </a:rPr>
              <a:t>Introduction</a:t>
            </a:r>
            <a:endParaRPr lang="en-US" altLang="en-US"/>
          </a:p>
        </p:txBody>
      </p:sp>
      <p:sp>
        <p:nvSpPr>
          <p:cNvPr id="4099" name="Content Placeholder 2">
            <a:extLst>
              <a:ext uri="{FF2B5EF4-FFF2-40B4-BE49-F238E27FC236}">
                <a16:creationId xmlns:a16="http://schemas.microsoft.com/office/drawing/2014/main" id="{C8BCF213-A9E6-45A9-909C-A3DCA00E623F}"/>
              </a:ext>
            </a:extLst>
          </p:cNvPr>
          <p:cNvSpPr>
            <a:spLocks noGrp="1"/>
          </p:cNvSpPr>
          <p:nvPr>
            <p:ph idx="1"/>
          </p:nvPr>
        </p:nvSpPr>
        <p:spPr/>
        <p:txBody>
          <a:bodyPr>
            <a:normAutofit fontScale="85000" lnSpcReduction="20000"/>
          </a:bodyPr>
          <a:lstStyle/>
          <a:p>
            <a:pPr>
              <a:defRPr/>
            </a:pPr>
            <a:r>
              <a:rPr lang="en-US" b="1" dirty="0"/>
              <a:t>A State diagram </a:t>
            </a:r>
            <a:r>
              <a:rPr lang="en-US" b="1" dirty="0">
                <a:solidFill>
                  <a:srgbClr val="C00000"/>
                </a:solidFill>
              </a:rPr>
              <a:t>addresses dynamic aspect of a system</a:t>
            </a:r>
            <a:r>
              <a:rPr lang="en-US" b="1" dirty="0"/>
              <a:t>. </a:t>
            </a:r>
            <a:r>
              <a:rPr lang="en-US" dirty="0"/>
              <a:t>A state diagram shows a state machine to model the </a:t>
            </a:r>
            <a:r>
              <a:rPr lang="en-US" b="1" dirty="0"/>
              <a:t>lifetime</a:t>
            </a:r>
            <a:r>
              <a:rPr lang="en-US" dirty="0"/>
              <a:t> of an object. </a:t>
            </a:r>
          </a:p>
          <a:p>
            <a:pPr>
              <a:defRPr/>
            </a:pPr>
            <a:r>
              <a:rPr lang="en-US" b="1" dirty="0"/>
              <a:t>A state diagram shows flow of control from state to state within a single object.</a:t>
            </a:r>
            <a:endParaRPr lang="en-US" b="1" dirty="0">
              <a:ea typeface="Calibri"/>
              <a:cs typeface="Calibri"/>
            </a:endParaRPr>
          </a:p>
          <a:p>
            <a:pPr>
              <a:defRPr/>
            </a:pPr>
            <a:r>
              <a:rPr lang="en-US" dirty="0"/>
              <a:t>This involves modeling the behavior of reactive objects. A reactive object is one whose behavior is best characterized by its response to events. </a:t>
            </a:r>
            <a:endParaRPr lang="en-US" dirty="0">
              <a:ea typeface="Calibri"/>
              <a:cs typeface="Calibri"/>
            </a:endParaRPr>
          </a:p>
          <a:p>
            <a:pPr>
              <a:defRPr/>
            </a:pPr>
            <a:r>
              <a:rPr lang="en-US" b="1" dirty="0"/>
              <a:t>The </a:t>
            </a:r>
            <a:r>
              <a:rPr lang="en-US" b="1" dirty="0" err="1"/>
              <a:t>Statechart</a:t>
            </a:r>
            <a:r>
              <a:rPr lang="en-US" b="1" dirty="0"/>
              <a:t> describes the life of an object in terms of the events that trigger changes in the object’s </a:t>
            </a:r>
            <a:r>
              <a:rPr lang="en-US" b="1" i="1" dirty="0"/>
              <a:t>state. </a:t>
            </a:r>
            <a:endParaRPr lang="en-US" b="1" dirty="0"/>
          </a:p>
          <a:p>
            <a:pPr>
              <a:defRPr/>
            </a:pPr>
            <a:r>
              <a:rPr lang="en-US" b="1" dirty="0"/>
              <a:t>The </a:t>
            </a:r>
            <a:r>
              <a:rPr lang="en-US" b="1" i="1" dirty="0"/>
              <a:t>state </a:t>
            </a:r>
            <a:r>
              <a:rPr lang="en-US" b="1" dirty="0"/>
              <a:t>of the object is simply its current condition. That condition is reflected in the values of the attributes that describe that object. </a:t>
            </a:r>
            <a:endParaRPr lang="en-US" b="1" dirty="0">
              <a:ea typeface="Calibri"/>
              <a:cs typeface="Calibri"/>
            </a:endParaRPr>
          </a:p>
          <a:p>
            <a:pPr>
              <a:defRPr/>
            </a:pPr>
            <a:r>
              <a:rPr lang="en-US" dirty="0"/>
              <a:t>There are behaviors in the system that alter those attribute values.</a:t>
            </a:r>
            <a:endParaRPr lang="en-US" dirty="0">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2063199A-BCBC-4706-8DA0-F689C6AE3B42}"/>
              </a:ext>
            </a:extLst>
          </p:cNvPr>
          <p:cNvSpPr>
            <a:spLocks noGrp="1"/>
          </p:cNvSpPr>
          <p:nvPr>
            <p:ph type="title"/>
          </p:nvPr>
        </p:nvSpPr>
        <p:spPr/>
        <p:txBody>
          <a:bodyPr/>
          <a:lstStyle/>
          <a:p>
            <a:r>
              <a:rPr lang="en-US" altLang="en-US"/>
              <a:t>Elements</a:t>
            </a:r>
          </a:p>
        </p:txBody>
      </p:sp>
      <p:sp>
        <p:nvSpPr>
          <p:cNvPr id="5123" name="Content Placeholder 2">
            <a:extLst>
              <a:ext uri="{FF2B5EF4-FFF2-40B4-BE49-F238E27FC236}">
                <a16:creationId xmlns:a16="http://schemas.microsoft.com/office/drawing/2014/main" id="{92C56450-AFAD-42A6-AC55-F9CF024AD747}"/>
              </a:ext>
            </a:extLst>
          </p:cNvPr>
          <p:cNvSpPr>
            <a:spLocks noGrp="1"/>
          </p:cNvSpPr>
          <p:nvPr>
            <p:ph idx="1"/>
          </p:nvPr>
        </p:nvSpPr>
        <p:spPr/>
        <p:txBody>
          <a:bodyPr/>
          <a:lstStyle/>
          <a:p>
            <a:r>
              <a:rPr lang="en-US" altLang="en-US"/>
              <a:t>State diagrams commonly contain:</a:t>
            </a:r>
          </a:p>
          <a:p>
            <a:pPr lvl="1"/>
            <a:r>
              <a:rPr lang="en-US" altLang="en-US"/>
              <a:t>State machine</a:t>
            </a:r>
          </a:p>
          <a:p>
            <a:pPr lvl="1"/>
            <a:r>
              <a:rPr lang="en-US" altLang="en-US"/>
              <a:t>Initial State</a:t>
            </a:r>
          </a:p>
          <a:p>
            <a:pPr lvl="1"/>
            <a:r>
              <a:rPr lang="en-US" altLang="en-US"/>
              <a:t>Transition</a:t>
            </a:r>
          </a:p>
          <a:p>
            <a:pPr lvl="2"/>
            <a:r>
              <a:rPr lang="en-US" altLang="en-US"/>
              <a:t>Event/ Action</a:t>
            </a:r>
          </a:p>
          <a:p>
            <a:pPr lvl="1"/>
            <a:r>
              <a:rPr lang="en-US" altLang="en-US"/>
              <a:t>Final state [optional]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0C85A78-DED7-422D-ACB9-CEF339C4B8B7}"/>
              </a:ext>
            </a:extLst>
          </p:cNvPr>
          <p:cNvSpPr>
            <a:spLocks noGrp="1"/>
          </p:cNvSpPr>
          <p:nvPr>
            <p:ph type="title"/>
          </p:nvPr>
        </p:nvSpPr>
        <p:spPr/>
        <p:txBody>
          <a:bodyPr/>
          <a:lstStyle/>
          <a:p>
            <a:r>
              <a:rPr lang="en-US" altLang="en-US"/>
              <a:t>State, Initial State, Transition</a:t>
            </a:r>
          </a:p>
        </p:txBody>
      </p:sp>
      <p:sp>
        <p:nvSpPr>
          <p:cNvPr id="6147" name="Content Placeholder 2">
            <a:extLst>
              <a:ext uri="{FF2B5EF4-FFF2-40B4-BE49-F238E27FC236}">
                <a16:creationId xmlns:a16="http://schemas.microsoft.com/office/drawing/2014/main" id="{CB8688F5-D685-4E71-B091-A1A2086D9BF4}"/>
              </a:ext>
            </a:extLst>
          </p:cNvPr>
          <p:cNvSpPr>
            <a:spLocks noGrp="1"/>
          </p:cNvSpPr>
          <p:nvPr>
            <p:ph idx="1"/>
          </p:nvPr>
        </p:nvSpPr>
        <p:spPr/>
        <p:txBody>
          <a:bodyPr/>
          <a:lstStyle/>
          <a:p>
            <a:r>
              <a:rPr lang="en-US" altLang="en-US" sz="2400"/>
              <a:t>State:</a:t>
            </a:r>
          </a:p>
          <a:p>
            <a:endParaRPr lang="en-US" altLang="en-US" sz="2400"/>
          </a:p>
          <a:p>
            <a:endParaRPr lang="en-US" altLang="en-US" sz="2400"/>
          </a:p>
          <a:p>
            <a:r>
              <a:rPr lang="en-US" altLang="en-US" sz="2400"/>
              <a:t>Initial State: The initial state indicates the state in which an object is created or constructed. </a:t>
            </a:r>
          </a:p>
          <a:p>
            <a:endParaRPr lang="en-US" altLang="en-US" sz="2400"/>
          </a:p>
          <a:p>
            <a:endParaRPr lang="en-US" altLang="en-US" sz="2400"/>
          </a:p>
          <a:p>
            <a:endParaRPr lang="en-US" altLang="en-US" sz="2400"/>
          </a:p>
          <a:p>
            <a:r>
              <a:rPr lang="en-US" altLang="en-US" sz="2400"/>
              <a:t>Transition:</a:t>
            </a:r>
          </a:p>
          <a:p>
            <a:endParaRPr lang="en-US" altLang="en-US" sz="1800"/>
          </a:p>
        </p:txBody>
      </p:sp>
      <p:pic>
        <p:nvPicPr>
          <p:cNvPr id="6148" name="Picture 1">
            <a:extLst>
              <a:ext uri="{FF2B5EF4-FFF2-40B4-BE49-F238E27FC236}">
                <a16:creationId xmlns:a16="http://schemas.microsoft.com/office/drawing/2014/main" id="{D1FDCE73-E1E8-4CF4-B10A-1B55C52D19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1600201"/>
            <a:ext cx="1676400"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2">
            <a:extLst>
              <a:ext uri="{FF2B5EF4-FFF2-40B4-BE49-F238E27FC236}">
                <a16:creationId xmlns:a16="http://schemas.microsoft.com/office/drawing/2014/main" id="{F0FFC9B5-354E-4CC3-AFDA-E4315FCA774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14725" y="3657600"/>
            <a:ext cx="440213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6">
            <a:extLst>
              <a:ext uri="{FF2B5EF4-FFF2-40B4-BE49-F238E27FC236}">
                <a16:creationId xmlns:a16="http://schemas.microsoft.com/office/drawing/2014/main" id="{9B613147-6679-40E0-B4E2-09200583F3D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05201" y="5486401"/>
            <a:ext cx="6219825"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2EF8506C-4605-4EDF-9D95-2C076C736289}"/>
              </a:ext>
            </a:extLst>
          </p:cNvPr>
          <p:cNvSpPr>
            <a:spLocks noGrp="1"/>
          </p:cNvSpPr>
          <p:nvPr>
            <p:ph type="title"/>
          </p:nvPr>
        </p:nvSpPr>
        <p:spPr/>
        <p:txBody>
          <a:bodyPr/>
          <a:lstStyle/>
          <a:p>
            <a:r>
              <a:rPr lang="en-US" altLang="en-US"/>
              <a:t>Event / Action</a:t>
            </a:r>
          </a:p>
        </p:txBody>
      </p:sp>
      <p:sp>
        <p:nvSpPr>
          <p:cNvPr id="7171" name="Content Placeholder 2">
            <a:extLst>
              <a:ext uri="{FF2B5EF4-FFF2-40B4-BE49-F238E27FC236}">
                <a16:creationId xmlns:a16="http://schemas.microsoft.com/office/drawing/2014/main" id="{6E14826F-08CC-47B4-8DBD-5CA07CF44006}"/>
              </a:ext>
            </a:extLst>
          </p:cNvPr>
          <p:cNvSpPr>
            <a:spLocks noGrp="1"/>
          </p:cNvSpPr>
          <p:nvPr>
            <p:ph idx="1"/>
          </p:nvPr>
        </p:nvSpPr>
        <p:spPr/>
        <p:txBody>
          <a:bodyPr/>
          <a:lstStyle/>
          <a:p>
            <a:r>
              <a:rPr lang="en-US" altLang="en-US" sz="2400" b="1" dirty="0">
                <a:solidFill>
                  <a:srgbClr val="C00000"/>
                </a:solidFill>
                <a:highlight>
                  <a:srgbClr val="FFFF00"/>
                </a:highlight>
              </a:rPr>
              <a:t>Event: The reason of Transition</a:t>
            </a:r>
            <a:endParaRPr lang="en-US" altLang="en-US" sz="2400" b="1">
              <a:solidFill>
                <a:srgbClr val="C00000"/>
              </a:solidFill>
              <a:highlight>
                <a:srgbClr val="FFFF00"/>
              </a:highlight>
              <a:ea typeface="Calibri"/>
              <a:cs typeface="Calibri"/>
            </a:endParaRPr>
          </a:p>
          <a:p>
            <a:r>
              <a:rPr lang="en-US" altLang="en-US" sz="2400" dirty="0"/>
              <a:t>Action: An </a:t>
            </a:r>
            <a:r>
              <a:rPr lang="en-US" altLang="en-US" sz="2400" dirty="0">
                <a:solidFill>
                  <a:srgbClr val="C00000"/>
                </a:solidFill>
                <a:highlight>
                  <a:srgbClr val="FFFF00"/>
                </a:highlight>
              </a:rPr>
              <a:t>action is associated with an event</a:t>
            </a:r>
            <a:r>
              <a:rPr lang="en-US" altLang="en-US" sz="2400" dirty="0"/>
              <a:t>. An action is the behavior that is triggered by the event, and it is the behavior that actually changes the attributes that define the state of the object. </a:t>
            </a:r>
            <a:endParaRPr lang="en-US" altLang="en-US" sz="2400" b="1" dirty="0"/>
          </a:p>
          <a:p>
            <a:endParaRPr lang="en-US" altLang="en-US" sz="2400" b="1" dirty="0"/>
          </a:p>
          <a:p>
            <a:r>
              <a:rPr lang="en-US" altLang="en-US" sz="2400" b="1" dirty="0"/>
              <a:t>An action is an </a:t>
            </a:r>
            <a:r>
              <a:rPr lang="en-US" altLang="en-US" sz="2400" b="1" dirty="0">
                <a:solidFill>
                  <a:srgbClr val="FF0000"/>
                </a:solidFill>
              </a:rPr>
              <a:t>atomic </a:t>
            </a:r>
            <a:r>
              <a:rPr lang="en-US" altLang="en-US" sz="2400" b="1" dirty="0"/>
              <a:t>task, and as such it cannot be broken into component tasks, nor can it be interrupted. There are no break points within it and, furthermore, stopping it midway would leave the object state undefined.</a:t>
            </a:r>
            <a:endParaRPr lang="en-US" altLang="en-US" sz="2400" b="1">
              <a:ea typeface="Calibri"/>
              <a:cs typeface="Calibri"/>
            </a:endParaRPr>
          </a:p>
        </p:txBody>
      </p:sp>
      <p:pic>
        <p:nvPicPr>
          <p:cNvPr id="7172" name="Picture 2">
            <a:extLst>
              <a:ext uri="{FF2B5EF4-FFF2-40B4-BE49-F238E27FC236}">
                <a16:creationId xmlns:a16="http://schemas.microsoft.com/office/drawing/2014/main" id="{5625C62F-B169-4209-9268-CC1A7EB5424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17981" y="5178425"/>
            <a:ext cx="7793182" cy="1377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10717275-4278-4C8D-99FC-9AF6D92B5EA5}"/>
              </a:ext>
            </a:extLst>
          </p:cNvPr>
          <p:cNvSpPr>
            <a:spLocks noGrp="1"/>
          </p:cNvSpPr>
          <p:nvPr>
            <p:ph type="title"/>
          </p:nvPr>
        </p:nvSpPr>
        <p:spPr/>
        <p:txBody>
          <a:bodyPr/>
          <a:lstStyle/>
          <a:p>
            <a:r>
              <a:rPr lang="en-US" altLang="en-US"/>
              <a:t>Final State</a:t>
            </a:r>
          </a:p>
        </p:txBody>
      </p:sp>
      <p:sp>
        <p:nvSpPr>
          <p:cNvPr id="8195" name="Content Placeholder 2">
            <a:extLst>
              <a:ext uri="{FF2B5EF4-FFF2-40B4-BE49-F238E27FC236}">
                <a16:creationId xmlns:a16="http://schemas.microsoft.com/office/drawing/2014/main" id="{25EA3CA9-92D8-44AE-A15E-1FA0AC707596}"/>
              </a:ext>
            </a:extLst>
          </p:cNvPr>
          <p:cNvSpPr>
            <a:spLocks noGrp="1"/>
          </p:cNvSpPr>
          <p:nvPr>
            <p:ph idx="1"/>
          </p:nvPr>
        </p:nvSpPr>
        <p:spPr>
          <a:xfrm>
            <a:off x="275389" y="1413043"/>
            <a:ext cx="11681326" cy="4525963"/>
          </a:xfrm>
        </p:spPr>
        <p:txBody>
          <a:bodyPr>
            <a:normAutofit/>
          </a:bodyPr>
          <a:lstStyle/>
          <a:p>
            <a:r>
              <a:rPr lang="en-US" altLang="en-US" sz="2800" b="1"/>
              <a:t>An object may reach a </a:t>
            </a:r>
            <a:r>
              <a:rPr lang="en-US" altLang="en-US" sz="2800" b="1" i="1"/>
              <a:t>final </a:t>
            </a:r>
            <a:r>
              <a:rPr lang="en-US" altLang="en-US" sz="2800" b="1"/>
              <a:t>state from which it may not return to an active state. In other words, you would never see an arrow going out of this state. You may still see it and it may still exist, but you can no longer alter its state. The final state may also mean that the object has actually been deleted.</a:t>
            </a:r>
          </a:p>
        </p:txBody>
      </p:sp>
      <p:pic>
        <p:nvPicPr>
          <p:cNvPr id="8196" name="Picture 1">
            <a:extLst>
              <a:ext uri="{FF2B5EF4-FFF2-40B4-BE49-F238E27FC236}">
                <a16:creationId xmlns:a16="http://schemas.microsoft.com/office/drawing/2014/main" id="{7547BDF5-3EEE-41E5-9D3E-A27446AF75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31147" y="4138863"/>
            <a:ext cx="5444206"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9E1C781E-9707-430C-B28C-BDFB6D257647}"/>
              </a:ext>
            </a:extLst>
          </p:cNvPr>
          <p:cNvSpPr>
            <a:spLocks noGrp="1"/>
          </p:cNvSpPr>
          <p:nvPr>
            <p:ph type="title"/>
          </p:nvPr>
        </p:nvSpPr>
        <p:spPr/>
        <p:txBody>
          <a:bodyPr/>
          <a:lstStyle/>
          <a:p>
            <a:r>
              <a:rPr lang="en-US" altLang="en-US"/>
              <a:t>Internal Events/ Do Activity</a:t>
            </a:r>
          </a:p>
        </p:txBody>
      </p:sp>
      <p:pic>
        <p:nvPicPr>
          <p:cNvPr id="11267" name="Picture 2">
            <a:extLst>
              <a:ext uri="{FF2B5EF4-FFF2-40B4-BE49-F238E27FC236}">
                <a16:creationId xmlns:a16="http://schemas.microsoft.com/office/drawing/2014/main" id="{5F99CFD0-DF1F-4950-8106-793D80327A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14713" y="2081714"/>
            <a:ext cx="8841205" cy="3144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5EBCBD15-9B9A-4FDA-BC12-40E5B4B8A641}"/>
              </a:ext>
            </a:extLst>
          </p:cNvPr>
          <p:cNvSpPr>
            <a:spLocks noGrp="1"/>
          </p:cNvSpPr>
          <p:nvPr>
            <p:ph type="title"/>
          </p:nvPr>
        </p:nvSpPr>
        <p:spPr/>
        <p:txBody>
          <a:bodyPr/>
          <a:lstStyle/>
          <a:p>
            <a:r>
              <a:rPr lang="en-US" altLang="en-US"/>
              <a:t>Entry Actions</a:t>
            </a:r>
          </a:p>
        </p:txBody>
      </p:sp>
      <p:pic>
        <p:nvPicPr>
          <p:cNvPr id="12291" name="Picture 1">
            <a:extLst>
              <a:ext uri="{FF2B5EF4-FFF2-40B4-BE49-F238E27FC236}">
                <a16:creationId xmlns:a16="http://schemas.microsoft.com/office/drawing/2014/main" id="{F4BB9F6D-DCAD-47AB-8A96-4125D044B2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17638"/>
            <a:ext cx="5486400" cy="3029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Picture 2">
            <a:extLst>
              <a:ext uri="{FF2B5EF4-FFF2-40B4-BE49-F238E27FC236}">
                <a16:creationId xmlns:a16="http://schemas.microsoft.com/office/drawing/2014/main" id="{3111A279-95E7-496B-BE94-8056C9379E4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14461" y="3505200"/>
            <a:ext cx="556794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E91385C3-2039-4D9F-A56E-4859AC9D2113}"/>
              </a:ext>
            </a:extLst>
          </p:cNvPr>
          <p:cNvSpPr>
            <a:spLocks noGrp="1"/>
          </p:cNvSpPr>
          <p:nvPr>
            <p:ph type="title"/>
          </p:nvPr>
        </p:nvSpPr>
        <p:spPr/>
        <p:txBody>
          <a:bodyPr/>
          <a:lstStyle/>
          <a:p>
            <a:r>
              <a:rPr lang="en-US" altLang="en-US"/>
              <a:t>Exit Actions</a:t>
            </a:r>
          </a:p>
        </p:txBody>
      </p:sp>
      <p:pic>
        <p:nvPicPr>
          <p:cNvPr id="13315" name="Picture 3">
            <a:extLst>
              <a:ext uri="{FF2B5EF4-FFF2-40B4-BE49-F238E27FC236}">
                <a16:creationId xmlns:a16="http://schemas.microsoft.com/office/drawing/2014/main" id="{C0FA167C-F2C9-486A-AFB6-6CC0E2DDA32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19846" y="3810000"/>
            <a:ext cx="5669329"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6">
            <a:extLst>
              <a:ext uri="{FF2B5EF4-FFF2-40B4-BE49-F238E27FC236}">
                <a16:creationId xmlns:a16="http://schemas.microsoft.com/office/drawing/2014/main" id="{C33EC036-96CB-43B2-8BE2-3E0D152E151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412814"/>
            <a:ext cx="5169146" cy="2854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76CB-2C8D-37D8-DE48-CB83805EEA2A}"/>
              </a:ext>
            </a:extLst>
          </p:cNvPr>
          <p:cNvSpPr>
            <a:spLocks noGrp="1"/>
          </p:cNvSpPr>
          <p:nvPr>
            <p:ph type="title"/>
          </p:nvPr>
        </p:nvSpPr>
        <p:spPr/>
        <p:txBody>
          <a:bodyPr/>
          <a:lstStyle/>
          <a:p>
            <a:r>
              <a:rPr lang="en-US"/>
              <a:t>Do, Entry, Exit</a:t>
            </a:r>
          </a:p>
        </p:txBody>
      </p:sp>
      <p:sp>
        <p:nvSpPr>
          <p:cNvPr id="3" name="Content Placeholder 2">
            <a:extLst>
              <a:ext uri="{FF2B5EF4-FFF2-40B4-BE49-F238E27FC236}">
                <a16:creationId xmlns:a16="http://schemas.microsoft.com/office/drawing/2014/main" id="{971B2458-23EF-C119-1F15-D15E9472133E}"/>
              </a:ext>
            </a:extLst>
          </p:cNvPr>
          <p:cNvSpPr>
            <a:spLocks noGrp="1"/>
          </p:cNvSpPr>
          <p:nvPr>
            <p:ph idx="1"/>
          </p:nvPr>
        </p:nvSpPr>
        <p:spPr/>
        <p:txBody>
          <a:bodyPr/>
          <a:lstStyle/>
          <a:p>
            <a:r>
              <a:rPr lang="en-US" b="1" dirty="0"/>
              <a:t>Do Activity: </a:t>
            </a:r>
            <a:r>
              <a:rPr lang="en-US" dirty="0"/>
              <a:t>The </a:t>
            </a:r>
            <a:r>
              <a:rPr lang="en-US" b="1" dirty="0">
                <a:solidFill>
                  <a:srgbClr val="C00000"/>
                </a:solidFill>
              </a:rPr>
              <a:t>regular operation(s) of the object</a:t>
            </a:r>
            <a:r>
              <a:rPr lang="en-US" dirty="0"/>
              <a:t> while in a state</a:t>
            </a:r>
            <a:endParaRPr lang="en-US" dirty="0">
              <a:ea typeface="Calibri"/>
              <a:cs typeface="Calibri"/>
            </a:endParaRPr>
          </a:p>
          <a:p>
            <a:r>
              <a:rPr lang="en-US" b="1" dirty="0"/>
              <a:t>Entry Action: </a:t>
            </a:r>
            <a:r>
              <a:rPr lang="en-US" dirty="0"/>
              <a:t>Common to all </a:t>
            </a:r>
            <a:r>
              <a:rPr lang="en-US" b="1" dirty="0">
                <a:solidFill>
                  <a:srgbClr val="C00000"/>
                </a:solidFill>
              </a:rPr>
              <a:t>incoming transition </a:t>
            </a:r>
            <a:r>
              <a:rPr lang="en-US" dirty="0"/>
              <a:t>to a state. Must be completed while entering the state.</a:t>
            </a:r>
            <a:endParaRPr lang="en-US" dirty="0">
              <a:ea typeface="Calibri"/>
              <a:cs typeface="Calibri"/>
            </a:endParaRPr>
          </a:p>
          <a:p>
            <a:r>
              <a:rPr lang="en-US" b="1" dirty="0"/>
              <a:t>Exit Action: </a:t>
            </a:r>
            <a:r>
              <a:rPr lang="en-US" dirty="0"/>
              <a:t>Common to all </a:t>
            </a:r>
            <a:r>
              <a:rPr lang="en-US" b="1" dirty="0">
                <a:solidFill>
                  <a:srgbClr val="C00000"/>
                </a:solidFill>
              </a:rPr>
              <a:t>outgoing transition </a:t>
            </a:r>
            <a:r>
              <a:rPr lang="en-US" b="1" dirty="0"/>
              <a:t>f</a:t>
            </a:r>
            <a:r>
              <a:rPr lang="en-US" dirty="0"/>
              <a:t>rom a state. Must be completed while exiting the state.</a:t>
            </a:r>
            <a:endParaRPr lang="en-US" dirty="0">
              <a:ea typeface="Calibri"/>
              <a:cs typeface="Calibri"/>
            </a:endParaRPr>
          </a:p>
        </p:txBody>
      </p:sp>
    </p:spTree>
    <p:extLst>
      <p:ext uri="{BB962C8B-B14F-4D97-AF65-F5344CB8AC3E}">
        <p14:creationId xmlns:p14="http://schemas.microsoft.com/office/powerpoint/2010/main" val="4153768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179E9865-8A7F-4731-AB8B-10B5C6D429DA}"/>
              </a:ext>
            </a:extLst>
          </p:cNvPr>
          <p:cNvSpPr>
            <a:spLocks noGrp="1"/>
          </p:cNvSpPr>
          <p:nvPr>
            <p:ph type="title"/>
          </p:nvPr>
        </p:nvSpPr>
        <p:spPr/>
        <p:txBody>
          <a:bodyPr/>
          <a:lstStyle/>
          <a:p>
            <a:r>
              <a:rPr lang="en-US" altLang="en-US"/>
              <a:t>Order of Events (Example)</a:t>
            </a:r>
          </a:p>
        </p:txBody>
      </p:sp>
      <p:sp>
        <p:nvSpPr>
          <p:cNvPr id="14339" name="Content Placeholder 2">
            <a:extLst>
              <a:ext uri="{FF2B5EF4-FFF2-40B4-BE49-F238E27FC236}">
                <a16:creationId xmlns:a16="http://schemas.microsoft.com/office/drawing/2014/main" id="{2CA4E520-1472-448F-B51C-534A1F02E738}"/>
              </a:ext>
            </a:extLst>
          </p:cNvPr>
          <p:cNvSpPr>
            <a:spLocks noGrp="1"/>
          </p:cNvSpPr>
          <p:nvPr>
            <p:ph idx="1"/>
          </p:nvPr>
        </p:nvSpPr>
        <p:spPr>
          <a:xfrm>
            <a:off x="609600" y="1600201"/>
            <a:ext cx="10972800" cy="4525963"/>
          </a:xfrm>
        </p:spPr>
        <p:txBody>
          <a:bodyPr/>
          <a:lstStyle/>
          <a:p>
            <a:pPr marL="0" indent="0">
              <a:buNone/>
            </a:pPr>
            <a:r>
              <a:rPr lang="en-US" altLang="en-US" sz="2000"/>
              <a:t>When an event </a:t>
            </a:r>
            <a:r>
              <a:rPr lang="en-US" altLang="en-US" sz="2000" b="1" u="sng"/>
              <a:t>(E2)</a:t>
            </a:r>
            <a:r>
              <a:rPr lang="en-US" altLang="en-US" sz="2000"/>
              <a:t> occurs, the order of execution runs like this:</a:t>
            </a:r>
          </a:p>
          <a:p>
            <a:pPr marL="914400" lvl="1" indent="-514350">
              <a:buFont typeface="Calibri" panose="020F0502020204030204" pitchFamily="34" charset="0"/>
              <a:buAutoNum type="arabicPeriod"/>
            </a:pPr>
            <a:r>
              <a:rPr lang="en-US" altLang="en-US" sz="2000"/>
              <a:t>If an activity is in progress in the current state (</a:t>
            </a:r>
            <a:r>
              <a:rPr lang="en-US" altLang="en-US" sz="2000" b="1" u="sng"/>
              <a:t>A1</a:t>
            </a:r>
            <a:r>
              <a:rPr lang="en-US" altLang="en-US" sz="2000"/>
              <a:t>), interrupt it (gracefully if possible).</a:t>
            </a:r>
          </a:p>
          <a:p>
            <a:pPr marL="914400" lvl="1" indent="-514350">
              <a:buFont typeface="Calibri" panose="020F0502020204030204" pitchFamily="34" charset="0"/>
              <a:buAutoNum type="arabicPeriod"/>
            </a:pPr>
            <a:r>
              <a:rPr lang="en-US" altLang="en-US" sz="2000"/>
              <a:t>Execute the exit: action(s) – </a:t>
            </a:r>
            <a:r>
              <a:rPr lang="en-US" altLang="en-US" sz="2000" b="1" u="sng"/>
              <a:t>X2</a:t>
            </a:r>
          </a:p>
          <a:p>
            <a:pPr marL="914400" lvl="1" indent="-514350">
              <a:buFont typeface="Calibri" panose="020F0502020204030204" pitchFamily="34" charset="0"/>
              <a:buAutoNum type="arabicPeriod"/>
            </a:pPr>
            <a:r>
              <a:rPr lang="en-US" altLang="en-US" sz="2000"/>
              <a:t>Execute the actions associated with the event that started it all – </a:t>
            </a:r>
            <a:r>
              <a:rPr lang="en-US" altLang="en-US" sz="2000" b="1" u="sng"/>
              <a:t>X3</a:t>
            </a:r>
          </a:p>
          <a:p>
            <a:pPr marL="914400" lvl="1" indent="-514350">
              <a:buFont typeface="Calibri" panose="020F0502020204030204" pitchFamily="34" charset="0"/>
              <a:buAutoNum type="arabicPeriod"/>
            </a:pPr>
            <a:r>
              <a:rPr lang="en-US" altLang="en-US" sz="2000"/>
              <a:t>Execute the entry: action(s) of the new state – </a:t>
            </a:r>
            <a:r>
              <a:rPr lang="en-US" altLang="en-US" sz="2000" b="1" u="sng"/>
              <a:t>X4</a:t>
            </a:r>
          </a:p>
          <a:p>
            <a:pPr marL="914400" lvl="1" indent="-514350">
              <a:buFont typeface="Calibri" panose="020F0502020204030204" pitchFamily="34" charset="0"/>
              <a:buAutoNum type="arabicPeriod"/>
            </a:pPr>
            <a:r>
              <a:rPr lang="en-US" altLang="en-US" sz="2000"/>
              <a:t>Execute the activity or activities of the new state – </a:t>
            </a:r>
            <a:r>
              <a:rPr lang="en-US" altLang="en-US" sz="2000" b="1" u="sng"/>
              <a:t>B1</a:t>
            </a:r>
            <a:endParaRPr lang="en-US" altLang="en-US" sz="1600" b="1" u="sng"/>
          </a:p>
        </p:txBody>
      </p:sp>
      <p:grpSp>
        <p:nvGrpSpPr>
          <p:cNvPr id="2" name="Group 1">
            <a:extLst>
              <a:ext uri="{FF2B5EF4-FFF2-40B4-BE49-F238E27FC236}">
                <a16:creationId xmlns:a16="http://schemas.microsoft.com/office/drawing/2014/main" id="{2468E3D4-9B39-45E6-9EEF-C46F41FD6083}"/>
              </a:ext>
            </a:extLst>
          </p:cNvPr>
          <p:cNvGrpSpPr/>
          <p:nvPr/>
        </p:nvGrpSpPr>
        <p:grpSpPr>
          <a:xfrm>
            <a:off x="2133600" y="4541839"/>
            <a:ext cx="8153400" cy="1584325"/>
            <a:chOff x="609600" y="4541838"/>
            <a:chExt cx="8153400" cy="1584325"/>
          </a:xfrm>
        </p:grpSpPr>
        <p:sp>
          <p:nvSpPr>
            <p:cNvPr id="6" name="Rounded Rectangle 5">
              <a:extLst>
                <a:ext uri="{FF2B5EF4-FFF2-40B4-BE49-F238E27FC236}">
                  <a16:creationId xmlns:a16="http://schemas.microsoft.com/office/drawing/2014/main" id="{36697DB2-41C6-403C-A2C2-6907C7B55977}"/>
                </a:ext>
              </a:extLst>
            </p:cNvPr>
            <p:cNvSpPr/>
            <p:nvPr/>
          </p:nvSpPr>
          <p:spPr>
            <a:xfrm>
              <a:off x="5427663" y="4572000"/>
              <a:ext cx="2438400" cy="155416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8" name="Straight Connector 7">
              <a:extLst>
                <a:ext uri="{FF2B5EF4-FFF2-40B4-BE49-F238E27FC236}">
                  <a16:creationId xmlns:a16="http://schemas.microsoft.com/office/drawing/2014/main" id="{CF6D4A62-4BA8-4E11-BB8C-8324EBA46476}"/>
                </a:ext>
              </a:extLst>
            </p:cNvPr>
            <p:cNvCxnSpPr/>
            <p:nvPr/>
          </p:nvCxnSpPr>
          <p:spPr>
            <a:xfrm>
              <a:off x="5427663" y="5105400"/>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342" name="TextBox 8">
              <a:extLst>
                <a:ext uri="{FF2B5EF4-FFF2-40B4-BE49-F238E27FC236}">
                  <a16:creationId xmlns:a16="http://schemas.microsoft.com/office/drawing/2014/main" id="{C402A49A-47C3-4556-80E3-230E2476D2BF}"/>
                </a:ext>
              </a:extLst>
            </p:cNvPr>
            <p:cNvSpPr txBox="1">
              <a:spLocks noChangeArrowheads="1"/>
            </p:cNvSpPr>
            <p:nvPr/>
          </p:nvSpPr>
          <p:spPr bwMode="auto">
            <a:xfrm>
              <a:off x="5732463" y="4659313"/>
              <a:ext cx="1828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a:latin typeface="Arial" panose="020B0604020202020204" pitchFamily="34" charset="0"/>
                </a:rPr>
                <a:t>StateB</a:t>
              </a:r>
            </a:p>
          </p:txBody>
        </p:sp>
        <p:sp>
          <p:nvSpPr>
            <p:cNvPr id="14343" name="TextBox 12">
              <a:extLst>
                <a:ext uri="{FF2B5EF4-FFF2-40B4-BE49-F238E27FC236}">
                  <a16:creationId xmlns:a16="http://schemas.microsoft.com/office/drawing/2014/main" id="{A84CDA51-CD52-4496-B0AE-36A916D51EE2}"/>
                </a:ext>
              </a:extLst>
            </p:cNvPr>
            <p:cNvSpPr txBox="1">
              <a:spLocks noChangeArrowheads="1"/>
            </p:cNvSpPr>
            <p:nvPr/>
          </p:nvSpPr>
          <p:spPr bwMode="auto">
            <a:xfrm>
              <a:off x="5580063" y="5192713"/>
              <a:ext cx="2133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Entry/ X4()</a:t>
              </a:r>
            </a:p>
            <a:p>
              <a:pPr>
                <a:spcBef>
                  <a:spcPct val="0"/>
                </a:spcBef>
                <a:buFontTx/>
                <a:buNone/>
              </a:pPr>
              <a:r>
                <a:rPr lang="en-US" altLang="en-US" sz="1800">
                  <a:latin typeface="Arial" panose="020B0604020202020204" pitchFamily="34" charset="0"/>
                </a:rPr>
                <a:t>Do/ B1()</a:t>
              </a:r>
            </a:p>
            <a:p>
              <a:pPr>
                <a:spcBef>
                  <a:spcPct val="0"/>
                </a:spcBef>
                <a:buFontTx/>
                <a:buNone/>
              </a:pPr>
              <a:r>
                <a:rPr lang="en-US" altLang="en-US" sz="1800">
                  <a:latin typeface="Arial" panose="020B0604020202020204" pitchFamily="34" charset="0"/>
                </a:rPr>
                <a:t>Exit/ X5()</a:t>
              </a:r>
            </a:p>
          </p:txBody>
        </p:sp>
        <p:cxnSp>
          <p:nvCxnSpPr>
            <p:cNvPr id="15" name="Straight Arrow Connector 14">
              <a:extLst>
                <a:ext uri="{FF2B5EF4-FFF2-40B4-BE49-F238E27FC236}">
                  <a16:creationId xmlns:a16="http://schemas.microsoft.com/office/drawing/2014/main" id="{DD4926BB-24B7-4EB3-894F-662AA1E28666}"/>
                </a:ext>
              </a:extLst>
            </p:cNvPr>
            <p:cNvCxnSpPr/>
            <p:nvPr/>
          </p:nvCxnSpPr>
          <p:spPr>
            <a:xfrm flipH="1">
              <a:off x="4021138" y="5334000"/>
              <a:ext cx="1404937" cy="3175"/>
            </a:xfrm>
            <a:prstGeom prst="straightConnector1">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4345" name="TextBox 18">
              <a:extLst>
                <a:ext uri="{FF2B5EF4-FFF2-40B4-BE49-F238E27FC236}">
                  <a16:creationId xmlns:a16="http://schemas.microsoft.com/office/drawing/2014/main" id="{9CEB4405-932C-4C37-A305-26BC84FDCF43}"/>
                </a:ext>
              </a:extLst>
            </p:cNvPr>
            <p:cNvSpPr txBox="1">
              <a:spLocks noChangeArrowheads="1"/>
            </p:cNvSpPr>
            <p:nvPr/>
          </p:nvSpPr>
          <p:spPr bwMode="auto">
            <a:xfrm>
              <a:off x="4038600" y="4964113"/>
              <a:ext cx="1254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a:latin typeface="Arial" panose="020B0604020202020204" pitchFamily="34" charset="0"/>
                </a:rPr>
                <a:t>E2/ X3()</a:t>
              </a:r>
            </a:p>
          </p:txBody>
        </p:sp>
        <p:cxnSp>
          <p:nvCxnSpPr>
            <p:cNvPr id="20" name="Straight Arrow Connector 19">
              <a:extLst>
                <a:ext uri="{FF2B5EF4-FFF2-40B4-BE49-F238E27FC236}">
                  <a16:creationId xmlns:a16="http://schemas.microsoft.com/office/drawing/2014/main" id="{D1228A8E-124E-4466-BEA1-F78CFB799152}"/>
                </a:ext>
              </a:extLst>
            </p:cNvPr>
            <p:cNvCxnSpPr/>
            <p:nvPr/>
          </p:nvCxnSpPr>
          <p:spPr>
            <a:xfrm flipH="1" flipV="1">
              <a:off x="7848600" y="5326063"/>
              <a:ext cx="914400" cy="7937"/>
            </a:xfrm>
            <a:prstGeom prst="straightConnector1">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4347" name="TextBox 20">
              <a:extLst>
                <a:ext uri="{FF2B5EF4-FFF2-40B4-BE49-F238E27FC236}">
                  <a16:creationId xmlns:a16="http://schemas.microsoft.com/office/drawing/2014/main" id="{C2702F7D-71EC-4A21-8724-0EAB4C6904B1}"/>
                </a:ext>
              </a:extLst>
            </p:cNvPr>
            <p:cNvSpPr txBox="1">
              <a:spLocks noChangeArrowheads="1"/>
            </p:cNvSpPr>
            <p:nvPr/>
          </p:nvSpPr>
          <p:spPr bwMode="auto">
            <a:xfrm>
              <a:off x="7713663" y="4957763"/>
              <a:ext cx="10493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a:latin typeface="Arial" panose="020B0604020202020204" pitchFamily="34" charset="0"/>
                </a:rPr>
                <a:t>E3</a:t>
              </a:r>
            </a:p>
          </p:txBody>
        </p:sp>
        <p:sp>
          <p:nvSpPr>
            <p:cNvPr id="22" name="Rounded Rectangle 21">
              <a:extLst>
                <a:ext uri="{FF2B5EF4-FFF2-40B4-BE49-F238E27FC236}">
                  <a16:creationId xmlns:a16="http://schemas.microsoft.com/office/drawing/2014/main" id="{D52F569F-1BEC-4D36-A811-96E56FD888A4}"/>
                </a:ext>
              </a:extLst>
            </p:cNvPr>
            <p:cNvSpPr/>
            <p:nvPr/>
          </p:nvSpPr>
          <p:spPr>
            <a:xfrm>
              <a:off x="1600200" y="4541838"/>
              <a:ext cx="2438400" cy="155416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3" name="Straight Connector 22">
              <a:extLst>
                <a:ext uri="{FF2B5EF4-FFF2-40B4-BE49-F238E27FC236}">
                  <a16:creationId xmlns:a16="http://schemas.microsoft.com/office/drawing/2014/main" id="{0D4D7841-3A30-4CD1-965A-528BAC7C3FF1}"/>
                </a:ext>
              </a:extLst>
            </p:cNvPr>
            <p:cNvCxnSpPr/>
            <p:nvPr/>
          </p:nvCxnSpPr>
          <p:spPr>
            <a:xfrm>
              <a:off x="1600200" y="5075238"/>
              <a:ext cx="2438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350" name="TextBox 23">
              <a:extLst>
                <a:ext uri="{FF2B5EF4-FFF2-40B4-BE49-F238E27FC236}">
                  <a16:creationId xmlns:a16="http://schemas.microsoft.com/office/drawing/2014/main" id="{3D8635E1-2EE3-48AA-AE8C-1CAF0984A674}"/>
                </a:ext>
              </a:extLst>
            </p:cNvPr>
            <p:cNvSpPr txBox="1">
              <a:spLocks noChangeArrowheads="1"/>
            </p:cNvSpPr>
            <p:nvPr/>
          </p:nvSpPr>
          <p:spPr bwMode="auto">
            <a:xfrm>
              <a:off x="1905000" y="4629150"/>
              <a:ext cx="1828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a:latin typeface="Arial" panose="020B0604020202020204" pitchFamily="34" charset="0"/>
                </a:rPr>
                <a:t>StateA</a:t>
              </a:r>
            </a:p>
          </p:txBody>
        </p:sp>
        <p:sp>
          <p:nvSpPr>
            <p:cNvPr id="14351" name="TextBox 24">
              <a:extLst>
                <a:ext uri="{FF2B5EF4-FFF2-40B4-BE49-F238E27FC236}">
                  <a16:creationId xmlns:a16="http://schemas.microsoft.com/office/drawing/2014/main" id="{E724E19B-D9C9-48EE-83F7-665E46B301E3}"/>
                </a:ext>
              </a:extLst>
            </p:cNvPr>
            <p:cNvSpPr txBox="1">
              <a:spLocks noChangeArrowheads="1"/>
            </p:cNvSpPr>
            <p:nvPr/>
          </p:nvSpPr>
          <p:spPr bwMode="auto">
            <a:xfrm>
              <a:off x="1752600" y="5162550"/>
              <a:ext cx="2133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Entry/ X1()</a:t>
              </a:r>
            </a:p>
            <a:p>
              <a:pPr>
                <a:spcBef>
                  <a:spcPct val="0"/>
                </a:spcBef>
                <a:buFontTx/>
                <a:buNone/>
              </a:pPr>
              <a:r>
                <a:rPr lang="en-US" altLang="en-US" sz="1800">
                  <a:latin typeface="Arial" panose="020B0604020202020204" pitchFamily="34" charset="0"/>
                </a:rPr>
                <a:t>Do/ A1()</a:t>
              </a:r>
            </a:p>
            <a:p>
              <a:pPr>
                <a:spcBef>
                  <a:spcPct val="0"/>
                </a:spcBef>
                <a:buFontTx/>
                <a:buNone/>
              </a:pPr>
              <a:r>
                <a:rPr lang="en-US" altLang="en-US" sz="1800">
                  <a:latin typeface="Arial" panose="020B0604020202020204" pitchFamily="34" charset="0"/>
                </a:rPr>
                <a:t>Exit/ X2()</a:t>
              </a:r>
            </a:p>
          </p:txBody>
        </p:sp>
        <p:cxnSp>
          <p:nvCxnSpPr>
            <p:cNvPr id="29" name="Straight Arrow Connector 28">
              <a:extLst>
                <a:ext uri="{FF2B5EF4-FFF2-40B4-BE49-F238E27FC236}">
                  <a16:creationId xmlns:a16="http://schemas.microsoft.com/office/drawing/2014/main" id="{6031711C-B4B1-43C0-BDDB-68774E5F312A}"/>
                </a:ext>
              </a:extLst>
            </p:cNvPr>
            <p:cNvCxnSpPr/>
            <p:nvPr/>
          </p:nvCxnSpPr>
          <p:spPr>
            <a:xfrm flipH="1">
              <a:off x="779463" y="5322888"/>
              <a:ext cx="779462" cy="0"/>
            </a:xfrm>
            <a:prstGeom prst="straightConnector1">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4353" name="TextBox 29">
              <a:extLst>
                <a:ext uri="{FF2B5EF4-FFF2-40B4-BE49-F238E27FC236}">
                  <a16:creationId xmlns:a16="http://schemas.microsoft.com/office/drawing/2014/main" id="{1DACCF1E-C5EE-413B-8B5D-43E0CF79A91D}"/>
                </a:ext>
              </a:extLst>
            </p:cNvPr>
            <p:cNvSpPr txBox="1">
              <a:spLocks noChangeArrowheads="1"/>
            </p:cNvSpPr>
            <p:nvPr/>
          </p:nvSpPr>
          <p:spPr bwMode="auto">
            <a:xfrm>
              <a:off x="609600" y="4953000"/>
              <a:ext cx="814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a:latin typeface="Arial" panose="020B0604020202020204" pitchFamily="34" charset="0"/>
                </a:rPr>
                <a:t>E1</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563</Words>
  <Application>Microsoft Office PowerPoint</Application>
  <PresentationFormat>Widescreen</PresentationFormat>
  <Paragraphs>63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Lecture 6 Statechart Diagram State Diagram, State Transition Diagram</vt:lpstr>
      <vt:lpstr>Introduction</vt:lpstr>
      <vt:lpstr>Elements</vt:lpstr>
      <vt:lpstr>State, Initial State, Transition</vt:lpstr>
      <vt:lpstr>Event / Action</vt:lpstr>
      <vt:lpstr>Final State</vt:lpstr>
      <vt:lpstr>Internal Events/ Do Activity</vt:lpstr>
      <vt:lpstr>Entry Actions</vt:lpstr>
      <vt:lpstr>Exit Actions</vt:lpstr>
      <vt:lpstr>Do, Entry, Exit</vt:lpstr>
      <vt:lpstr>Order of Events (Example)</vt:lpstr>
    </vt:vector>
  </TitlesOfParts>
  <Company>AIUB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Introducing the UML</dc:title>
  <dc:creator>Manzur</dc:creator>
  <cp:lastModifiedBy>Mohaimen-Bin-Noor</cp:lastModifiedBy>
  <cp:revision>109</cp:revision>
  <dcterms:created xsi:type="dcterms:W3CDTF">2010-05-25T07:05:39Z</dcterms:created>
  <dcterms:modified xsi:type="dcterms:W3CDTF">2025-05-06T06:02:55Z</dcterms:modified>
</cp:coreProperties>
</file>